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11"/>
  </p:notesMasterIdLst>
  <p:sldIdLst>
    <p:sldId id="256" r:id="rId5"/>
    <p:sldId id="261" r:id="rId6"/>
    <p:sldId id="257" r:id="rId7"/>
    <p:sldId id="262" r:id="rId8"/>
    <p:sldId id="259" r:id="rId9"/>
    <p:sldId id="25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61" d="100"/>
          <a:sy n="161" d="100"/>
        </p:scale>
        <p:origin x="105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 Vishwa Naicker" userId="b0a120ab-4096-4d7c-ad0a-0703db5c9336" providerId="ADAL" clId="{4DDE1817-2C02-46EF-B55F-C346D21C243D}"/>
    <pc:docChg chg="undo custSel addSld delSld modSld">
      <pc:chgData name="Hari Vishwa Naicker" userId="b0a120ab-4096-4d7c-ad0a-0703db5c9336" providerId="ADAL" clId="{4DDE1817-2C02-46EF-B55F-C346D21C243D}" dt="2026-07-02T13:57:48.779" v="1857" actId="1076"/>
      <pc:docMkLst>
        <pc:docMk/>
      </pc:docMkLst>
      <pc:sldChg chg="modSp mod">
        <pc:chgData name="Hari Vishwa Naicker" userId="b0a120ab-4096-4d7c-ad0a-0703db5c9336" providerId="ADAL" clId="{4DDE1817-2C02-46EF-B55F-C346D21C243D}" dt="2026-07-01T14:12:11.955" v="60" actId="20577"/>
        <pc:sldMkLst>
          <pc:docMk/>
          <pc:sldMk cId="1665996140" sldId="256"/>
        </pc:sldMkLst>
        <pc:spChg chg="mod">
          <ac:chgData name="Hari Vishwa Naicker" userId="b0a120ab-4096-4d7c-ad0a-0703db5c9336" providerId="ADAL" clId="{4DDE1817-2C02-46EF-B55F-C346D21C243D}" dt="2026-07-01T14:12:11.955" v="60" actId="20577"/>
          <ac:spMkLst>
            <pc:docMk/>
            <pc:sldMk cId="1665996140" sldId="256"/>
            <ac:spMk id="2" creationId="{6AFFBDF4-D027-5540-A4D0-49BD3CCE65CE}"/>
          </ac:spMkLst>
        </pc:spChg>
        <pc:spChg chg="mod">
          <ac:chgData name="Hari Vishwa Naicker" userId="b0a120ab-4096-4d7c-ad0a-0703db5c9336" providerId="ADAL" clId="{4DDE1817-2C02-46EF-B55F-C346D21C243D}" dt="2026-07-01T14:11:34.045" v="37" actId="20577"/>
          <ac:spMkLst>
            <pc:docMk/>
            <pc:sldMk cId="1665996140" sldId="256"/>
            <ac:spMk id="3" creationId="{221FA6BA-7AEF-C349-A828-FB83B670B5C6}"/>
          </ac:spMkLst>
        </pc:spChg>
      </pc:sldChg>
      <pc:sldChg chg="addSp modSp mod">
        <pc:chgData name="Hari Vishwa Naicker" userId="b0a120ab-4096-4d7c-ad0a-0703db5c9336" providerId="ADAL" clId="{4DDE1817-2C02-46EF-B55F-C346D21C243D}" dt="2026-07-01T14:29:42.533" v="485" actId="20577"/>
        <pc:sldMkLst>
          <pc:docMk/>
          <pc:sldMk cId="4071934024" sldId="257"/>
        </pc:sldMkLst>
        <pc:spChg chg="mod">
          <ac:chgData name="Hari Vishwa Naicker" userId="b0a120ab-4096-4d7c-ad0a-0703db5c9336" providerId="ADAL" clId="{4DDE1817-2C02-46EF-B55F-C346D21C243D}" dt="2026-07-01T14:12:51.063" v="103" actId="20577"/>
          <ac:spMkLst>
            <pc:docMk/>
            <pc:sldMk cId="4071934024" sldId="257"/>
            <ac:spMk id="2" creationId="{E1F13701-5DFC-A845-ABEE-258D0E315132}"/>
          </ac:spMkLst>
        </pc:spChg>
        <pc:spChg chg="mod">
          <ac:chgData name="Hari Vishwa Naicker" userId="b0a120ab-4096-4d7c-ad0a-0703db5c9336" providerId="ADAL" clId="{4DDE1817-2C02-46EF-B55F-C346D21C243D}" dt="2026-07-01T14:29:42.533" v="485" actId="20577"/>
          <ac:spMkLst>
            <pc:docMk/>
            <pc:sldMk cId="4071934024" sldId="257"/>
            <ac:spMk id="3" creationId="{7403E1C6-BA43-104A-8ACE-1179C840E16E}"/>
          </ac:spMkLst>
        </pc:spChg>
        <pc:picChg chg="add mod">
          <ac:chgData name="Hari Vishwa Naicker" userId="b0a120ab-4096-4d7c-ad0a-0703db5c9336" providerId="ADAL" clId="{4DDE1817-2C02-46EF-B55F-C346D21C243D}" dt="2026-07-01T14:19:59.469" v="109" actId="1582"/>
          <ac:picMkLst>
            <pc:docMk/>
            <pc:sldMk cId="4071934024" sldId="257"/>
            <ac:picMk id="5" creationId="{7AEBB29D-12B7-9FC0-4DF9-01A93C3986B3}"/>
          </ac:picMkLst>
        </pc:picChg>
      </pc:sldChg>
      <pc:sldChg chg="modSp new mod">
        <pc:chgData name="Hari Vishwa Naicker" userId="b0a120ab-4096-4d7c-ad0a-0703db5c9336" providerId="ADAL" clId="{4DDE1817-2C02-46EF-B55F-C346D21C243D}" dt="2026-07-01T22:14:44.980" v="1795" actId="20577"/>
        <pc:sldMkLst>
          <pc:docMk/>
          <pc:sldMk cId="2847214781" sldId="259"/>
        </pc:sldMkLst>
        <pc:spChg chg="mod">
          <ac:chgData name="Hari Vishwa Naicker" userId="b0a120ab-4096-4d7c-ad0a-0703db5c9336" providerId="ADAL" clId="{4DDE1817-2C02-46EF-B55F-C346D21C243D}" dt="2026-07-01T15:58:50.776" v="690" actId="20577"/>
          <ac:spMkLst>
            <pc:docMk/>
            <pc:sldMk cId="2847214781" sldId="259"/>
            <ac:spMk id="2" creationId="{4296EA11-B462-6302-8653-0AB415615A83}"/>
          </ac:spMkLst>
        </pc:spChg>
        <pc:spChg chg="mod">
          <ac:chgData name="Hari Vishwa Naicker" userId="b0a120ab-4096-4d7c-ad0a-0703db5c9336" providerId="ADAL" clId="{4DDE1817-2C02-46EF-B55F-C346D21C243D}" dt="2026-07-01T22:14:44.980" v="1795" actId="20577"/>
          <ac:spMkLst>
            <pc:docMk/>
            <pc:sldMk cId="2847214781" sldId="259"/>
            <ac:spMk id="3" creationId="{F05425B6-F8F8-01EF-C204-8E6452665594}"/>
          </ac:spMkLst>
        </pc:spChg>
      </pc:sldChg>
      <pc:sldChg chg="new del">
        <pc:chgData name="Hari Vishwa Naicker" userId="b0a120ab-4096-4d7c-ad0a-0703db5c9336" providerId="ADAL" clId="{4DDE1817-2C02-46EF-B55F-C346D21C243D}" dt="2026-07-01T22:07:16.081" v="1583" actId="47"/>
        <pc:sldMkLst>
          <pc:docMk/>
          <pc:sldMk cId="53579819" sldId="260"/>
        </pc:sldMkLst>
      </pc:sldChg>
      <pc:sldChg chg="modSp new mod">
        <pc:chgData name="Hari Vishwa Naicker" userId="b0a120ab-4096-4d7c-ad0a-0703db5c9336" providerId="ADAL" clId="{4DDE1817-2C02-46EF-B55F-C346D21C243D}" dt="2026-07-01T21:43:40.170" v="1191" actId="20577"/>
        <pc:sldMkLst>
          <pc:docMk/>
          <pc:sldMk cId="3456192196" sldId="261"/>
        </pc:sldMkLst>
        <pc:spChg chg="mod">
          <ac:chgData name="Hari Vishwa Naicker" userId="b0a120ab-4096-4d7c-ad0a-0703db5c9336" providerId="ADAL" clId="{4DDE1817-2C02-46EF-B55F-C346D21C243D}" dt="2026-07-01T21:20:14.668" v="705" actId="20577"/>
          <ac:spMkLst>
            <pc:docMk/>
            <pc:sldMk cId="3456192196" sldId="261"/>
            <ac:spMk id="2" creationId="{DB500FA6-8C01-00B8-C206-6E66ED5E6604}"/>
          </ac:spMkLst>
        </pc:spChg>
        <pc:spChg chg="mod">
          <ac:chgData name="Hari Vishwa Naicker" userId="b0a120ab-4096-4d7c-ad0a-0703db5c9336" providerId="ADAL" clId="{4DDE1817-2C02-46EF-B55F-C346D21C243D}" dt="2026-07-01T21:43:40.170" v="1191" actId="20577"/>
          <ac:spMkLst>
            <pc:docMk/>
            <pc:sldMk cId="3456192196" sldId="261"/>
            <ac:spMk id="3" creationId="{E8DEB470-9FC2-E35A-6EFD-A1124A3DF609}"/>
          </ac:spMkLst>
        </pc:spChg>
      </pc:sldChg>
      <pc:sldChg chg="addSp modSp new mod">
        <pc:chgData name="Hari Vishwa Naicker" userId="b0a120ab-4096-4d7c-ad0a-0703db5c9336" providerId="ADAL" clId="{4DDE1817-2C02-46EF-B55F-C346D21C243D}" dt="2026-07-02T13:57:48.779" v="1857" actId="1076"/>
        <pc:sldMkLst>
          <pc:docMk/>
          <pc:sldMk cId="2558830728" sldId="262"/>
        </pc:sldMkLst>
        <pc:spChg chg="mod">
          <ac:chgData name="Hari Vishwa Naicker" userId="b0a120ab-4096-4d7c-ad0a-0703db5c9336" providerId="ADAL" clId="{4DDE1817-2C02-46EF-B55F-C346D21C243D}" dt="2026-07-02T13:56:03.835" v="1826" actId="20577"/>
          <ac:spMkLst>
            <pc:docMk/>
            <pc:sldMk cId="2558830728" sldId="262"/>
            <ac:spMk id="2" creationId="{86689534-0F99-FC4A-55CE-27D4AF04F70B}"/>
          </ac:spMkLst>
        </pc:spChg>
        <pc:picChg chg="add mod">
          <ac:chgData name="Hari Vishwa Naicker" userId="b0a120ab-4096-4d7c-ad0a-0703db5c9336" providerId="ADAL" clId="{4DDE1817-2C02-46EF-B55F-C346D21C243D}" dt="2026-07-02T13:57:48.779" v="1857" actId="1076"/>
          <ac:picMkLst>
            <pc:docMk/>
            <pc:sldMk cId="2558830728" sldId="262"/>
            <ac:picMk id="5" creationId="{0A1D9D07-2C2B-B3A7-8AE4-19D7420CC324}"/>
          </ac:picMkLst>
        </pc:picChg>
        <pc:picChg chg="add mod">
          <ac:chgData name="Hari Vishwa Naicker" userId="b0a120ab-4096-4d7c-ad0a-0703db5c9336" providerId="ADAL" clId="{4DDE1817-2C02-46EF-B55F-C346D21C243D}" dt="2026-07-02T13:56:57.058" v="1834" actId="1076"/>
          <ac:picMkLst>
            <pc:docMk/>
            <pc:sldMk cId="2558830728" sldId="262"/>
            <ac:picMk id="7" creationId="{0E7B7216-3B3A-77CF-589E-98AF4FD0941A}"/>
          </ac:picMkLst>
        </pc:picChg>
        <pc:picChg chg="add mod">
          <ac:chgData name="Hari Vishwa Naicker" userId="b0a120ab-4096-4d7c-ad0a-0703db5c9336" providerId="ADAL" clId="{4DDE1817-2C02-46EF-B55F-C346D21C243D}" dt="2026-07-02T13:57:37.153" v="1849" actId="1076"/>
          <ac:picMkLst>
            <pc:docMk/>
            <pc:sldMk cId="2558830728" sldId="262"/>
            <ac:picMk id="9" creationId="{474EA88C-FBBB-B113-1FD3-59190BFF60CC}"/>
          </ac:picMkLst>
        </pc:picChg>
        <pc:picChg chg="add mod">
          <ac:chgData name="Hari Vishwa Naicker" userId="b0a120ab-4096-4d7c-ad0a-0703db5c9336" providerId="ADAL" clId="{4DDE1817-2C02-46EF-B55F-C346D21C243D}" dt="2026-07-02T13:57:09.860" v="1841" actId="1076"/>
          <ac:picMkLst>
            <pc:docMk/>
            <pc:sldMk cId="2558830728" sldId="262"/>
            <ac:picMk id="11" creationId="{84F250E4-A450-4A33-F88C-A52354BED1E4}"/>
          </ac:picMkLst>
        </pc:picChg>
        <pc:picChg chg="add mod">
          <ac:chgData name="Hari Vishwa Naicker" userId="b0a120ab-4096-4d7c-ad0a-0703db5c9336" providerId="ADAL" clId="{4DDE1817-2C02-46EF-B55F-C346D21C243D}" dt="2026-07-02T13:57:46.644" v="1856" actId="14100"/>
          <ac:picMkLst>
            <pc:docMk/>
            <pc:sldMk cId="2558830728" sldId="262"/>
            <ac:picMk id="13" creationId="{C5902C9F-7AEF-E7A4-C721-ED06FB5A564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FFBDF4-D027-5540-A4D0-49BD3CCE65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System Setup Recap </a:t>
            </a:r>
          </a:p>
          <a:p>
            <a:pPr>
              <a:spcBef>
                <a:spcPts val="500"/>
              </a:spcBef>
            </a:pPr>
            <a:r>
              <a:rPr lang="en-US" sz="2400" b="0" dirty="0"/>
              <a:t>Click to edit subtitle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FA6BA-7AEF-C349-A828-FB83B670B5C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sz="1400" b="0" dirty="0"/>
              <a:t>July 1, 2026</a:t>
            </a:r>
          </a:p>
          <a:p>
            <a:pPr>
              <a:spcBef>
                <a:spcPts val="2000"/>
              </a:spcBef>
            </a:pPr>
            <a:r>
              <a:rPr lang="en-US" dirty="0"/>
              <a:t>Hari Naicker</a:t>
            </a:r>
          </a:p>
          <a:p>
            <a:pPr>
              <a:spcBef>
                <a:spcPts val="500"/>
              </a:spcBef>
            </a:pPr>
            <a:r>
              <a:rPr lang="en-US" b="0" dirty="0"/>
              <a:t>Biweekly Meeting</a:t>
            </a:r>
          </a:p>
        </p:txBody>
      </p:sp>
    </p:spTree>
    <p:extLst>
      <p:ext uri="{BB962C8B-B14F-4D97-AF65-F5344CB8AC3E}">
        <p14:creationId xmlns:p14="http://schemas.microsoft.com/office/powerpoint/2010/main" val="1665996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00FA6-8C01-00B8-C206-6E66ED5E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EB470-9FC2-E35A-6EFD-A1124A3DF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dirty="0"/>
              <a:t>Improved NCFL in preparation for Python integration with additional control settings, higher fidelity components(HX and heaters), and easier to update dimensions. </a:t>
            </a:r>
          </a:p>
          <a:p>
            <a:pPr marL="457200" indent="-457200">
              <a:buAutoNum type="arabicPeriod"/>
            </a:pPr>
            <a:r>
              <a:rPr lang="en-US" dirty="0"/>
              <a:t>Began writing Python script to execute </a:t>
            </a:r>
            <a:r>
              <a:rPr lang="en-US" dirty="0" err="1"/>
              <a:t>Dymola</a:t>
            </a:r>
            <a:r>
              <a:rPr lang="en-US" dirty="0"/>
              <a:t> simulations without modifying parameters in </a:t>
            </a:r>
            <a:r>
              <a:rPr lang="en-US" dirty="0" err="1"/>
              <a:t>Dymola</a:t>
            </a:r>
            <a:r>
              <a:rPr lang="en-US" dirty="0"/>
              <a:t> itself.</a:t>
            </a:r>
          </a:p>
          <a:p>
            <a:pPr marL="457200" indent="-457200">
              <a:buAutoNum type="arabicPeriod"/>
            </a:pPr>
            <a:r>
              <a:rPr lang="en-US" dirty="0"/>
              <a:t>Installed </a:t>
            </a:r>
            <a:r>
              <a:rPr lang="en-US" dirty="0" err="1"/>
              <a:t>DeepLynx</a:t>
            </a:r>
            <a:r>
              <a:rPr lang="en-US" dirty="0"/>
              <a:t> and began exploring different features in preparation for NCFL implementation. </a:t>
            </a:r>
          </a:p>
        </p:txBody>
      </p:sp>
    </p:spTree>
    <p:extLst>
      <p:ext uri="{BB962C8B-B14F-4D97-AF65-F5344CB8AC3E}">
        <p14:creationId xmlns:p14="http://schemas.microsoft.com/office/powerpoint/2010/main" val="3456192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13701-5DFC-A845-ABEE-258D0E31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Revamped </a:t>
            </a:r>
            <a:r>
              <a:rPr lang="en-US" dirty="0" err="1"/>
              <a:t>Dymola</a:t>
            </a:r>
            <a:r>
              <a:rPr lang="en-US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3E1C6-BA43-104A-8ACE-1179C840E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739901"/>
            <a:ext cx="5157850" cy="4351338"/>
          </a:xfrm>
        </p:spPr>
        <p:txBody>
          <a:bodyPr/>
          <a:lstStyle/>
          <a:p>
            <a:r>
              <a:rPr lang="en-US" dirty="0"/>
              <a:t>Mostly physical dimensions</a:t>
            </a:r>
          </a:p>
          <a:p>
            <a:pPr lvl="1"/>
            <a:r>
              <a:rPr lang="en-US" dirty="0"/>
              <a:t>Need updated measurements for top half of the loop</a:t>
            </a:r>
          </a:p>
          <a:p>
            <a:r>
              <a:rPr lang="en-US" dirty="0"/>
              <a:t>Compressed components for:</a:t>
            </a:r>
          </a:p>
          <a:p>
            <a:pPr lvl="1"/>
            <a:r>
              <a:rPr lang="en-US" dirty="0"/>
              <a:t>Heaters</a:t>
            </a:r>
          </a:p>
          <a:p>
            <a:pPr lvl="1"/>
            <a:r>
              <a:rPr lang="en-US" dirty="0"/>
              <a:t>Heat exchanger</a:t>
            </a:r>
          </a:p>
          <a:p>
            <a:pPr lvl="1"/>
            <a:r>
              <a:rPr lang="en-US" dirty="0"/>
              <a:t>Jet pump</a:t>
            </a:r>
          </a:p>
          <a:p>
            <a:r>
              <a:rPr lang="en-US" dirty="0"/>
              <a:t>Control system has been setup to be easily swappable </a:t>
            </a:r>
          </a:p>
          <a:p>
            <a:r>
              <a:rPr lang="en-US" dirty="0"/>
              <a:t>Data card updated to encompass more dimensions for easy modification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EBB29D-12B7-9FC0-4DF9-01A93C398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517" y="1739901"/>
            <a:ext cx="5315166" cy="425720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1934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9534-0F99-FC4A-55CE-27D4AF04F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B129D-F1E6-ACBC-ACD4-3F5C2CDC5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1D9D07-2C2B-B3A7-8AE4-19D7420CC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5185" y="4062662"/>
            <a:ext cx="2346586" cy="189351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7B7216-3B3A-77CF-589E-98AF4FD09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3" y="1443018"/>
            <a:ext cx="4627032" cy="3825668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74EA88C-FBBB-B113-1FD3-59190BFF6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3337" y="287308"/>
            <a:ext cx="3446189" cy="132512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F250E4-A450-4A33-F88C-A52354BED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041" y="1508166"/>
            <a:ext cx="2758287" cy="355966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902C9F-7AEF-E7A4-C721-ED06FB5A56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8569" y="1739901"/>
            <a:ext cx="3373202" cy="219528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58830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EA11-B462-6302-8653-0AB415615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Integration for the </a:t>
            </a:r>
            <a:r>
              <a:rPr lang="en-US" dirty="0" err="1"/>
              <a:t>Dymola</a:t>
            </a:r>
            <a:r>
              <a:rPr lang="en-US" dirty="0"/>
              <a:t> Model and New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425B6-F8F8-01EF-C204-8E6452665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 with Linyu and determined that it would be sufficient to implement a simpler Python relationship for the NCFL(still staying away from FMUs).</a:t>
            </a:r>
          </a:p>
          <a:p>
            <a:r>
              <a:rPr lang="en-US" dirty="0"/>
              <a:t>Began working on script to execute </a:t>
            </a:r>
            <a:r>
              <a:rPr lang="en-US" dirty="0" err="1"/>
              <a:t>Dymola</a:t>
            </a:r>
            <a:r>
              <a:rPr lang="en-US" dirty="0"/>
              <a:t> simulations for the NCFL with modified input files</a:t>
            </a:r>
          </a:p>
          <a:p>
            <a:r>
              <a:rPr lang="en-US" dirty="0"/>
              <a:t>Willing to help Linyu with Discharge code application once NCFL task is complete.</a:t>
            </a:r>
          </a:p>
          <a:p>
            <a:r>
              <a:rPr lang="en-US" dirty="0"/>
              <a:t>Future Plans:</a:t>
            </a:r>
          </a:p>
          <a:p>
            <a:pPr lvl="1"/>
            <a:r>
              <a:rPr lang="en-US" dirty="0"/>
              <a:t>Begin comparing NCFL runs to experimental data</a:t>
            </a:r>
          </a:p>
          <a:p>
            <a:pPr lvl="1"/>
            <a:r>
              <a:rPr lang="en-US" dirty="0"/>
              <a:t>Finish Python integration and mimic </a:t>
            </a:r>
            <a:r>
              <a:rPr lang="en-US" dirty="0" err="1"/>
              <a:t>DeepLynx</a:t>
            </a:r>
            <a:r>
              <a:rPr lang="en-US" dirty="0"/>
              <a:t> model for HITB</a:t>
            </a:r>
          </a:p>
          <a:p>
            <a:r>
              <a:rPr lang="en-US" dirty="0"/>
              <a:t>Challenges:</a:t>
            </a:r>
          </a:p>
          <a:p>
            <a:pPr lvl="1"/>
            <a:r>
              <a:rPr lang="en-US" dirty="0"/>
              <a:t>Had to shift working directory to local computer</a:t>
            </a:r>
          </a:p>
          <a:p>
            <a:pPr lvl="1"/>
            <a:r>
              <a:rPr lang="en-US" dirty="0"/>
              <a:t>Ran into some trouble with installing </a:t>
            </a:r>
            <a:r>
              <a:rPr lang="en-US" dirty="0" err="1"/>
              <a:t>DeepLynx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214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921924"/>
      </p:ext>
    </p:extLst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  <ds:schemaRef ds:uri="2391d807-f94f-4c4f-bb14-493106c624c2"/>
    <ds:schemaRef ds:uri="42ea9b75-b306-4826-8769-4c6ad6718b67"/>
  </ds:schemaRefs>
</ds:datastoreItem>
</file>

<file path=customXml/itemProps3.xml><?xml version="1.0" encoding="utf-8"?>
<ds:datastoreItem xmlns:ds="http://schemas.openxmlformats.org/officeDocument/2006/customXml" ds:itemID="{E158C39C-6B2B-46C8-8FF5-4FF701DE8E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91d807-f94f-4c4f-bb14-493106c624c2"/>
    <ds:schemaRef ds:uri="42ea9b75-b306-4826-8769-4c6ad6718b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INL_2022_hexLight_wide_template</Template>
  <TotalTime>488</TotalTime>
  <Words>214</Words>
  <Application>Microsoft Office PowerPoint</Application>
  <PresentationFormat>Widescreen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Overview</vt:lpstr>
      <vt:lpstr>Revamped Dymola Model</vt:lpstr>
      <vt:lpstr>References</vt:lpstr>
      <vt:lpstr>Python Integration for the Dymola Model and New Tasks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 Vishwa Naicker</dc:creator>
  <cp:keywords/>
  <dc:description/>
  <cp:lastModifiedBy>Hari Vishwa Naicker</cp:lastModifiedBy>
  <cp:revision>1</cp:revision>
  <dcterms:created xsi:type="dcterms:W3CDTF">2026-07-01T14:10:34Z</dcterms:created>
  <dcterms:modified xsi:type="dcterms:W3CDTF">2026-07-02T13:57:49Z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