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10"/>
  </p:notesMasterIdLst>
  <p:sldIdLst>
    <p:sldId id="256" r:id="rId5"/>
    <p:sldId id="269" r:id="rId6"/>
    <p:sldId id="257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52B5B-F27B-43C1-8FA2-66B8EF5B4E07}" v="1" dt="2026-07-30T20:39:57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10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Vishwa Naicker" userId="b0a120ab-4096-4d7c-ad0a-0703db5c9336" providerId="ADAL" clId="{4DDE1817-2C02-46EF-B55F-C346D21C243D}"/>
    <pc:docChg chg="addSld modSld sldOrd">
      <pc:chgData name="Hari Vishwa Naicker" userId="b0a120ab-4096-4d7c-ad0a-0703db5c9336" providerId="ADAL" clId="{4DDE1817-2C02-46EF-B55F-C346D21C243D}" dt="2026-07-30T20:39:57.760" v="1"/>
      <pc:docMkLst>
        <pc:docMk/>
      </pc:docMkLst>
      <pc:sldChg chg="ord">
        <pc:chgData name="Hari Vishwa Naicker" userId="b0a120ab-4096-4d7c-ad0a-0703db5c9336" providerId="ADAL" clId="{4DDE1817-2C02-46EF-B55F-C346D21C243D}" dt="2026-07-30T20:39:55.471" v="0"/>
        <pc:sldMkLst>
          <pc:docMk/>
          <pc:sldMk cId="2606463492" sldId="261"/>
        </pc:sldMkLst>
      </pc:sldChg>
      <pc:sldChg chg="add">
        <pc:chgData name="Hari Vishwa Naicker" userId="b0a120ab-4096-4d7c-ad0a-0703db5c9336" providerId="ADAL" clId="{4DDE1817-2C02-46EF-B55F-C346D21C243D}" dt="2026-07-30T20:39:57.760" v="1"/>
        <pc:sldMkLst>
          <pc:docMk/>
          <pc:sldMk cId="1522929739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FBDF4-D027-5540-A4D0-49BD3CCE6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Dymola</a:t>
            </a:r>
            <a:r>
              <a:rPr lang="en-US" dirty="0"/>
              <a:t> Optimization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A6BA-7AEF-C349-A828-FB83B670B5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 b="0" dirty="0"/>
              <a:t>July 31, 2026</a:t>
            </a:r>
          </a:p>
          <a:p>
            <a:pPr>
              <a:spcBef>
                <a:spcPts val="2000"/>
              </a:spcBef>
            </a:pPr>
            <a:r>
              <a:rPr lang="en-US" dirty="0"/>
              <a:t>Hari Naicker</a:t>
            </a:r>
          </a:p>
          <a:p>
            <a:pPr>
              <a:spcBef>
                <a:spcPts val="500"/>
              </a:spcBef>
            </a:pPr>
            <a:r>
              <a:rPr lang="en-US" b="0" dirty="0"/>
              <a:t>Biweekly Meeting Recap</a:t>
            </a:r>
          </a:p>
        </p:txBody>
      </p:sp>
    </p:spTree>
    <p:extLst>
      <p:ext uri="{BB962C8B-B14F-4D97-AF65-F5344CB8AC3E}">
        <p14:creationId xmlns:p14="http://schemas.microsoft.com/office/powerpoint/2010/main" val="166599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42B1-5EEF-0F44-2C15-67E1ED72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System Stability in </a:t>
            </a:r>
            <a:r>
              <a:rPr lang="en-US" dirty="0" err="1"/>
              <a:t>Dymola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B6FE-2634-511C-5377-A4492BF6B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151" y="1400188"/>
            <a:ext cx="6144217" cy="4351338"/>
          </a:xfrm>
        </p:spPr>
        <p:txBody>
          <a:bodyPr/>
          <a:lstStyle/>
          <a:p>
            <a:r>
              <a:rPr lang="en-US" dirty="0"/>
              <a:t>Ran simulations at a maximum of 18000 seconds (5 hours) in simulated time</a:t>
            </a:r>
          </a:p>
          <a:p>
            <a:r>
              <a:rPr lang="en-US" dirty="0"/>
              <a:t>Reversible flow was detected at various points and rectified</a:t>
            </a:r>
          </a:p>
          <a:p>
            <a:pPr lvl="1"/>
            <a:r>
              <a:rPr lang="en-US" dirty="0"/>
              <a:t>Due to mismatches in heating compared to flow rate</a:t>
            </a:r>
          </a:p>
          <a:p>
            <a:pPr lvl="1"/>
            <a:r>
              <a:rPr lang="en-US" dirty="0"/>
              <a:t>Can be remedied with dynamic control of heater power based on detected mass flow in the system</a:t>
            </a:r>
          </a:p>
          <a:p>
            <a:r>
              <a:rPr lang="en-US" dirty="0"/>
              <a:t>System can reach steady state with nominal conditions and all valves being opened</a:t>
            </a:r>
          </a:p>
          <a:p>
            <a:r>
              <a:rPr lang="en-US" dirty="0"/>
              <a:t>Longer simulations with natural circulation and/or dynamic values are not stable and computation time increases drastically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F369E-61F7-036F-AD85-0B892D32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8" y="1400188"/>
            <a:ext cx="4679137" cy="1861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1BE12-DAB5-1DC2-D335-91E83085B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68" y="3690150"/>
            <a:ext cx="4502381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2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3701-5DFC-A845-ABEE-258D0E31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E1C6-BA43-104A-8ACE-1179C840E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151" y="1739901"/>
            <a:ext cx="5157850" cy="4351338"/>
          </a:xfrm>
        </p:spPr>
        <p:txBody>
          <a:bodyPr/>
          <a:lstStyle/>
          <a:p>
            <a:r>
              <a:rPr lang="en-US" dirty="0"/>
              <a:t>Added dynamic control</a:t>
            </a:r>
          </a:p>
          <a:p>
            <a:pPr lvl="1"/>
            <a:r>
              <a:rPr lang="en-US" dirty="0"/>
              <a:t>Meant to streamline loading experimental data</a:t>
            </a:r>
          </a:p>
          <a:p>
            <a:r>
              <a:rPr lang="en-US" dirty="0"/>
              <a:t>Utilizes </a:t>
            </a:r>
            <a:r>
              <a:rPr lang="en-US" dirty="0" err="1"/>
              <a:t>combitime</a:t>
            </a:r>
            <a:r>
              <a:rPr lang="en-US" dirty="0"/>
              <a:t> tables to load external .csv data</a:t>
            </a:r>
          </a:p>
          <a:p>
            <a:r>
              <a:rPr lang="en-US" dirty="0"/>
              <a:t>Had issues with computational time</a:t>
            </a:r>
          </a:p>
          <a:p>
            <a:pPr lvl="1"/>
            <a:r>
              <a:rPr lang="en-US" dirty="0"/>
              <a:t>Resolved by using a combination of different solvers and reduced time events</a:t>
            </a:r>
          </a:p>
          <a:p>
            <a:r>
              <a:rPr lang="en-US" dirty="0"/>
              <a:t>Integrated with python script to allow for external input of time series using the Python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7F7640-57FE-24BE-6CB1-A06ABB49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588" y="3108762"/>
            <a:ext cx="4868222" cy="2084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5A841-7A01-2716-1D46-0909BB1DD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588" y="281141"/>
            <a:ext cx="1838114" cy="25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3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640A-49C1-A53B-0403-08DC7724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Reconstruction and adaptive heaters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1A2A-0983-1A4C-A63F-3FFA2783D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Adaptive Heating </a:t>
            </a:r>
          </a:p>
          <a:p>
            <a:r>
              <a:rPr lang="en-US" dirty="0"/>
              <a:t>Heaters automatically adjust based on flow rate</a:t>
            </a:r>
          </a:p>
          <a:p>
            <a:r>
              <a:rPr lang="en-US" dirty="0"/>
              <a:t>Did not further develop the CS for this due to current limitations in NCFL capabilities</a:t>
            </a:r>
          </a:p>
          <a:p>
            <a:pPr marL="0" indent="0">
              <a:buNone/>
            </a:pPr>
            <a:r>
              <a:rPr lang="en-US" dirty="0"/>
              <a:t>Sensor Reconstruction</a:t>
            </a:r>
          </a:p>
          <a:p>
            <a:r>
              <a:rPr lang="en-US" dirty="0"/>
              <a:t>Looked through and understood nominally what </a:t>
            </a:r>
            <a:r>
              <a:rPr lang="en-US" dirty="0" err="1"/>
              <a:t>Linyu’s</a:t>
            </a:r>
            <a:r>
              <a:rPr lang="en-US" dirty="0"/>
              <a:t> script does</a:t>
            </a:r>
          </a:p>
          <a:p>
            <a:r>
              <a:rPr lang="en-US" dirty="0"/>
              <a:t>Began working on making a demo script for the discharge portion scenario </a:t>
            </a:r>
          </a:p>
          <a:p>
            <a:r>
              <a:rPr lang="en-US" dirty="0"/>
              <a:t>Will have to figure out how to simulate discharge, or if there is an existing discharge simulation file that I </a:t>
            </a:r>
            <a:r>
              <a:rPr lang="en-US"/>
              <a:t>can reference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05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219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  <ds:schemaRef ds:uri="2391d807-f94f-4c4f-bb14-493106c624c2"/>
    <ds:schemaRef ds:uri="42ea9b75-b306-4826-8769-4c6ad6718b67"/>
  </ds:schemaRefs>
</ds:datastoreItem>
</file>

<file path=customXml/itemProps2.xml><?xml version="1.0" encoding="utf-8"?>
<ds:datastoreItem xmlns:ds="http://schemas.openxmlformats.org/officeDocument/2006/customXml" ds:itemID="{E158C39C-6B2B-46C8-8FF5-4FF701DE8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1d807-f94f-4c4f-bb14-493106c624c2"/>
    <ds:schemaRef ds:uri="42ea9b75-b306-4826-8769-4c6ad6718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INL_2022_hexLight_wide_template</Template>
  <TotalTime>171</TotalTime>
  <Words>225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Long-Term System Stability in Dymola</vt:lpstr>
      <vt:lpstr>Dynamic Control</vt:lpstr>
      <vt:lpstr>Sensor Reconstruction and adaptive heaters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Vishwa Naicker</dc:creator>
  <cp:keywords/>
  <dc:description/>
  <cp:lastModifiedBy>Hari Vishwa Naicker</cp:lastModifiedBy>
  <cp:revision>2</cp:revision>
  <dcterms:created xsi:type="dcterms:W3CDTF">2026-07-30T19:19:21Z</dcterms:created>
  <dcterms:modified xsi:type="dcterms:W3CDTF">2026-07-31T16:15:42Z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