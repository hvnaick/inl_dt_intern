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2" r:id="rId4"/>
  </p:sldMasterIdLst>
  <p:notesMasterIdLst>
    <p:notesMasterId r:id="rId10"/>
  </p:notesMasterIdLst>
  <p:sldIdLst>
    <p:sldId id="256" r:id="rId5"/>
    <p:sldId id="257" r:id="rId6"/>
    <p:sldId id="259" r:id="rId7"/>
    <p:sldId id="260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519E"/>
    <a:srgbClr val="2DA9E1"/>
    <a:srgbClr val="1C3665"/>
    <a:srgbClr val="8EC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2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9992B-A26C-6A4B-AC27-2602734F286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CCFD4-A7F8-054B-8822-BC244B953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ex_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7A4BE5-FE46-EA43-B6B0-450DE02CC3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blue/green box bottom">
            <a:extLst>
              <a:ext uri="{FF2B5EF4-FFF2-40B4-BE49-F238E27FC236}">
                <a16:creationId xmlns:a16="http://schemas.microsoft.com/office/drawing/2014/main" id="{01F9400E-D49A-AA40-B4BD-53F03EC31D76}"/>
              </a:ext>
            </a:extLst>
          </p:cNvPr>
          <p:cNvGrpSpPr/>
          <p:nvPr userDrawn="1"/>
        </p:nvGrpSpPr>
        <p:grpSpPr>
          <a:xfrm>
            <a:off x="0" y="5340350"/>
            <a:ext cx="12192000" cy="1517650"/>
            <a:chOff x="0" y="5340350"/>
            <a:chExt cx="12192000" cy="15176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4B8F3-C379-C04D-8634-1CDEC81586E2}"/>
                </a:ext>
              </a:extLst>
            </p:cNvPr>
            <p:cNvSpPr/>
            <p:nvPr userDrawn="1"/>
          </p:nvSpPr>
          <p:spPr bwMode="auto">
            <a:xfrm>
              <a:off x="0" y="5444519"/>
              <a:ext cx="12192000" cy="1413481"/>
            </a:xfrm>
            <a:prstGeom prst="rect">
              <a:avLst/>
            </a:prstGeom>
            <a:solidFill>
              <a:srgbClr val="07519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3207E4-91BC-AB48-939F-AAC2AA29BF23}"/>
                </a:ext>
              </a:extLst>
            </p:cNvPr>
            <p:cNvSpPr/>
            <p:nvPr userDrawn="1"/>
          </p:nvSpPr>
          <p:spPr bwMode="auto">
            <a:xfrm>
              <a:off x="0" y="5340350"/>
              <a:ext cx="12192000" cy="104169"/>
            </a:xfrm>
            <a:prstGeom prst="rect">
              <a:avLst/>
            </a:prstGeom>
            <a:solidFill>
              <a:srgbClr val="8EC42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1DFF24A-6025-2847-8C93-29954BFB7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7144" y="1938829"/>
            <a:ext cx="9354855" cy="2292350"/>
          </a:xfrm>
          <a:prstGeom prst="rect">
            <a:avLst/>
          </a:prstGeom>
          <a:noFill/>
        </p:spPr>
        <p:txBody>
          <a:bodyPr wrap="square" lIns="365760" tIns="822960" rIns="1097280" bIns="822960"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525" indent="0">
              <a:buFontTx/>
              <a:buNone/>
              <a:tabLst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Click to edit subtitle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45BFF713-8DD6-6843-86C3-2D1862E3CA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142" y="273297"/>
            <a:ext cx="2541981" cy="1392237"/>
          </a:xfrm>
          <a:effectLst/>
        </p:spPr>
        <p:txBody>
          <a:bodyPr lIns="0" rIns="0" bIns="0" anchor="b" anchorCtr="0">
            <a:noAutofit/>
          </a:bodyPr>
          <a:lstStyle>
            <a:lvl1pPr marL="7938" indent="0">
              <a:buFontTx/>
              <a:buNone/>
              <a:tabLst/>
              <a:defRPr sz="1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2pPr>
            <a:lvl3pPr marL="7938" indent="0">
              <a:buFontTx/>
              <a:buNone/>
              <a:tabLst/>
              <a:defRPr sz="16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50FBC-21D2-57A0-083B-AF225C0F1A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4279" y="5913998"/>
            <a:ext cx="5842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8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19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4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6D6083-77A6-334A-8C7F-A5F18D4F5F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213" y="1739901"/>
            <a:ext cx="10415587" cy="43275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None/>
              <a:tabLst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3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40345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150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81027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50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2149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9232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99123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FBD4CC-FEFF-654C-B1A3-229DA69D10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39247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80018A3-14FE-A04B-A3B4-D9AA55483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546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Blue Box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2CB96BB-242F-BC47-80BF-E45DB97245BA}"/>
              </a:ext>
            </a:extLst>
          </p:cNvPr>
          <p:cNvSpPr/>
          <p:nvPr userDrawn="1"/>
        </p:nvSpPr>
        <p:spPr>
          <a:xfrm>
            <a:off x="6843714" y="0"/>
            <a:ext cx="5346699" cy="6237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FA9CB-507A-AA48-963A-8D5E37B7CF5B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9016F-99B0-6B40-B3F7-87F0068FC0E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DAHO NATIONAL LABORATORY">
            <a:extLst>
              <a:ext uri="{FF2B5EF4-FFF2-40B4-BE49-F238E27FC236}">
                <a16:creationId xmlns:a16="http://schemas.microsoft.com/office/drawing/2014/main" id="{BD942965-6C07-5D4A-809D-5FC754D590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14" name="Title Placeholder BIG box blue right">
            <a:extLst>
              <a:ext uri="{FF2B5EF4-FFF2-40B4-BE49-F238E27FC236}">
                <a16:creationId xmlns:a16="http://schemas.microsoft.com/office/drawing/2014/main" id="{AB7EA1D9-8A57-3143-9688-4BB8599F9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0063" y="0"/>
            <a:ext cx="5340350" cy="907549"/>
          </a:xfrm>
          <a:prstGeom prst="rect">
            <a:avLst/>
          </a:prstGeom>
          <a:noFill/>
        </p:spPr>
        <p:txBody>
          <a:bodyPr lIns="274320" tIns="365760" rIns="274320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box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38B584E-1ECA-5646-9DA7-61B8110256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6947" y="1064712"/>
            <a:ext cx="4598987" cy="4515349"/>
          </a:xfrm>
          <a:prstGeom prst="rect">
            <a:avLst/>
          </a:prstGeom>
        </p:spPr>
        <p:txBody>
          <a:bodyPr lIns="0">
            <a:normAutofit/>
          </a:bodyPr>
          <a:lstStyle>
            <a:lvl1pPr marL="347663" indent="-3429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bullet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6EF42CC7-103E-EA4C-89A2-543032DA33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843714" cy="6228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89007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5992-890C-EC4B-B676-6CCEF133B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0" y="1709738"/>
            <a:ext cx="10409299" cy="2852737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03FD-B916-FD4E-85C2-3EBF655BC1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8150" y="4589463"/>
            <a:ext cx="104093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FDE18-9616-B043-9C71-522DAD29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FF7A-5905-EB40-919B-9225D087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7509E-6005-DB4B-9578-84532E5F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2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1739901"/>
            <a:ext cx="5081650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1739901"/>
            <a:ext cx="5081651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0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2412999"/>
            <a:ext cx="5081650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2412999"/>
            <a:ext cx="5081651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2D795B-85F6-1F49-922A-F4131787307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38213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E34B4F-F908-104C-90F3-5135E2E8C7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70625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2 </a:t>
            </a:r>
          </a:p>
        </p:txBody>
      </p:sp>
    </p:spTree>
    <p:extLst>
      <p:ext uri="{BB962C8B-B14F-4D97-AF65-F5344CB8AC3E}">
        <p14:creationId xmlns:p14="http://schemas.microsoft.com/office/powerpoint/2010/main" val="1790085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ta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07">
            <a:extLst>
              <a:ext uri="{FF2B5EF4-FFF2-40B4-BE49-F238E27FC236}">
                <a16:creationId xmlns:a16="http://schemas.microsoft.com/office/drawing/2014/main" id="{4647A912-5093-6043-8161-0D98167F2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36550"/>
            <a:ext cx="12192000" cy="6858000"/>
          </a:xfrm>
          <a:prstGeom prst="rect">
            <a:avLst/>
          </a:prstGeom>
        </p:spPr>
      </p:pic>
      <p:grpSp>
        <p:nvGrpSpPr>
          <p:cNvPr id="11" name="Bottom Bar">
            <a:extLst>
              <a:ext uri="{FF2B5EF4-FFF2-40B4-BE49-F238E27FC236}">
                <a16:creationId xmlns:a16="http://schemas.microsoft.com/office/drawing/2014/main" id="{DC935C4B-E372-E04B-8493-E90A79CBC7F4}"/>
              </a:ext>
            </a:extLst>
          </p:cNvPr>
          <p:cNvGrpSpPr/>
          <p:nvPr userDrawn="1"/>
        </p:nvGrpSpPr>
        <p:grpSpPr>
          <a:xfrm>
            <a:off x="0" y="6247747"/>
            <a:ext cx="12192000" cy="610252"/>
            <a:chOff x="0" y="6247747"/>
            <a:chExt cx="12192000" cy="6102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574F32-F3B5-224E-B6D3-DC767B30A5BE}"/>
                </a:ext>
              </a:extLst>
            </p:cNvPr>
            <p:cNvSpPr/>
            <p:nvPr/>
          </p:nvSpPr>
          <p:spPr>
            <a:xfrm>
              <a:off x="0" y="6334125"/>
              <a:ext cx="12192000" cy="5238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EE050A-3114-2641-96C8-48D281A062A0}"/>
                </a:ext>
              </a:extLst>
            </p:cNvPr>
            <p:cNvSpPr/>
            <p:nvPr/>
          </p:nvSpPr>
          <p:spPr>
            <a:xfrm>
              <a:off x="0" y="6247747"/>
              <a:ext cx="12192000" cy="863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59F24B-A93D-B046-B78A-2C31137D1AC5}"/>
              </a:ext>
            </a:extLst>
          </p:cNvPr>
          <p:cNvSpPr txBox="1"/>
          <p:nvPr userDrawn="1"/>
        </p:nvSpPr>
        <p:spPr>
          <a:xfrm>
            <a:off x="2872408" y="5178483"/>
            <a:ext cx="64471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Battelle Energy Alliance manages INL for the U.S. Department of Energy’s Office of Nuclear Energy.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INL is the nation’s center for nuclear energy research and development, and also performs research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 each of DOE’s strategic goal areas: energy, national security, science and the environment.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Web Address">
            <a:extLst>
              <a:ext uri="{FF2B5EF4-FFF2-40B4-BE49-F238E27FC236}">
                <a16:creationId xmlns:a16="http://schemas.microsoft.com/office/drawing/2014/main" id="{53FCC0DF-9440-B040-A076-DF507B404D83}"/>
              </a:ext>
            </a:extLst>
          </p:cNvPr>
          <p:cNvSpPr txBox="1"/>
          <p:nvPr userDrawn="1"/>
        </p:nvSpPr>
        <p:spPr>
          <a:xfrm>
            <a:off x="4100945" y="6417425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600" dirty="0">
                <a:solidFill>
                  <a:schemeClr val="bg1">
                    <a:alpha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WWW.INL.GOV</a:t>
            </a:r>
          </a:p>
        </p:txBody>
      </p:sp>
    </p:spTree>
    <p:extLst>
      <p:ext uri="{BB962C8B-B14F-4D97-AF65-F5344CB8AC3E}">
        <p14:creationId xmlns:p14="http://schemas.microsoft.com/office/powerpoint/2010/main" val="118252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B3FEC5-4760-DC48-B91E-CFC0C33F63A9}"/>
              </a:ext>
            </a:extLst>
          </p:cNvPr>
          <p:cNvSpPr/>
          <p:nvPr userDrawn="1"/>
        </p:nvSpPr>
        <p:spPr>
          <a:xfrm>
            <a:off x="8465769" y="6335712"/>
            <a:ext cx="3726231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AE68D-24FC-6749-A309-042231DB68DA}"/>
              </a:ext>
            </a:extLst>
          </p:cNvPr>
          <p:cNvSpPr/>
          <p:nvPr userDrawn="1"/>
        </p:nvSpPr>
        <p:spPr>
          <a:xfrm>
            <a:off x="8465769" y="6237795"/>
            <a:ext cx="3726231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DAHO NATIONAL LABORATORY">
            <a:extLst>
              <a:ext uri="{FF2B5EF4-FFF2-40B4-BE49-F238E27FC236}">
                <a16:creationId xmlns:a16="http://schemas.microsoft.com/office/drawing/2014/main" id="{C491F914-E346-2146-A51D-D37D67DBC11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2502A-5BF2-8845-923F-AAF24377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151" y="558602"/>
            <a:ext cx="10415648" cy="1008797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B4A4D-34FE-994A-AFE8-DCF682312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150" y="1739901"/>
            <a:ext cx="10415649" cy="435133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CF24-C629-E54C-BA9B-20518F01F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1" y="6492875"/>
            <a:ext cx="1546302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l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7CD4A3B-E186-AB40-96C6-355AF9A6FE7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34D85-E219-4F49-88C8-4DC17F06D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8150" y="6492875"/>
            <a:ext cx="5060066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7F2A8-2F01-4745-8AFB-4EEC8D27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020" y="6492875"/>
            <a:ext cx="434428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 b="1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B577FA-F7D9-2C48-919F-F962E3BF952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blue/green box top">
            <a:extLst>
              <a:ext uri="{FF2B5EF4-FFF2-40B4-BE49-F238E27FC236}">
                <a16:creationId xmlns:a16="http://schemas.microsoft.com/office/drawing/2014/main" id="{2FE8E780-1DE8-B245-8215-3ECC2513C073}"/>
              </a:ext>
            </a:extLst>
          </p:cNvPr>
          <p:cNvGrpSpPr/>
          <p:nvPr userDrawn="1"/>
        </p:nvGrpSpPr>
        <p:grpSpPr>
          <a:xfrm>
            <a:off x="0" y="522288"/>
            <a:ext cx="744467" cy="547190"/>
            <a:chOff x="0" y="711956"/>
            <a:chExt cx="3721100" cy="62020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A2A1D5-CB4B-1A40-8711-4F412AA9927B}"/>
                </a:ext>
              </a:extLst>
            </p:cNvPr>
            <p:cNvSpPr/>
            <p:nvPr userDrawn="1"/>
          </p:nvSpPr>
          <p:spPr>
            <a:xfrm rot="10800000">
              <a:off x="0" y="711956"/>
              <a:ext cx="3721100" cy="5222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B5F476-DD08-5B45-A331-21193BD3472A}"/>
                </a:ext>
              </a:extLst>
            </p:cNvPr>
            <p:cNvSpPr/>
            <p:nvPr userDrawn="1"/>
          </p:nvSpPr>
          <p:spPr>
            <a:xfrm rot="10800000">
              <a:off x="0" y="1234244"/>
              <a:ext cx="3721100" cy="97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516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4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10" r:id="rId8"/>
    <p:sldLayoutId id="2147483711" r:id="rId9"/>
    <p:sldLayoutId id="2147483712" r:id="rId10"/>
    <p:sldLayoutId id="2147483713" r:id="rId11"/>
    <p:sldLayoutId id="2147483695" r:id="rId12"/>
    <p:sldLayoutId id="2147483696" r:id="rId13"/>
    <p:sldLayoutId id="2147483709" r:id="rId14"/>
    <p:sldLayoutId id="214748371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FFBDF4-D027-5540-A4D0-49BD3CCE6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Sensor Reconstruction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FA6BA-7AEF-C349-A828-FB83B670B5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400" b="0" dirty="0"/>
              <a:t>August 14, 2026</a:t>
            </a:r>
          </a:p>
          <a:p>
            <a:pPr>
              <a:spcBef>
                <a:spcPts val="2000"/>
              </a:spcBef>
            </a:pPr>
            <a:r>
              <a:rPr lang="en-US" dirty="0"/>
              <a:t>Hari Naicker</a:t>
            </a:r>
          </a:p>
          <a:p>
            <a:pPr>
              <a:spcBef>
                <a:spcPts val="500"/>
              </a:spcBef>
            </a:pPr>
            <a:r>
              <a:rPr lang="en-US" b="0" dirty="0"/>
              <a:t>Biweekly Meeting Recap</a:t>
            </a:r>
          </a:p>
        </p:txBody>
      </p:sp>
    </p:spTree>
    <p:extLst>
      <p:ext uri="{BB962C8B-B14F-4D97-AF65-F5344CB8AC3E}">
        <p14:creationId xmlns:p14="http://schemas.microsoft.com/office/powerpoint/2010/main" val="166599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1EAE9B-8A0F-0FF4-07B9-4D7F6B1C7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7" y="2157350"/>
            <a:ext cx="5856872" cy="2603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8043F7-BD47-93A4-AA10-E556BBEF3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461" y="2157350"/>
            <a:ext cx="5856871" cy="26030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7C9091-9DF0-40B8-5E1A-3BC4027D93E8}"/>
              </a:ext>
            </a:extLst>
          </p:cNvPr>
          <p:cNvSpPr txBox="1"/>
          <p:nvPr/>
        </p:nvSpPr>
        <p:spPr>
          <a:xfrm>
            <a:off x="344478" y="1867786"/>
            <a:ext cx="518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Charging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4EC07-670D-6946-1FCD-E2AC2E0F33FE}"/>
              </a:ext>
            </a:extLst>
          </p:cNvPr>
          <p:cNvSpPr txBox="1"/>
          <p:nvPr/>
        </p:nvSpPr>
        <p:spPr>
          <a:xfrm>
            <a:off x="6245363" y="1867786"/>
            <a:ext cx="518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Discharging</a:t>
            </a:r>
          </a:p>
        </p:txBody>
      </p:sp>
    </p:spTree>
    <p:extLst>
      <p:ext uri="{BB962C8B-B14F-4D97-AF65-F5344CB8AC3E}">
        <p14:creationId xmlns:p14="http://schemas.microsoft.com/office/powerpoint/2010/main" val="407193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F35AC-D83C-B1E8-617F-FE7C50C3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A51DC-612D-3057-B14A-28E6E509A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782" y="2189617"/>
            <a:ext cx="3934048" cy="3442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B3C0D8-4038-0784-B205-DC93F6BD8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184" y="2235738"/>
            <a:ext cx="3031971" cy="34476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E7AF01-2635-C509-4D6F-45064542C4B1}"/>
              </a:ext>
            </a:extLst>
          </p:cNvPr>
          <p:cNvSpPr txBox="1"/>
          <p:nvPr/>
        </p:nvSpPr>
        <p:spPr>
          <a:xfrm>
            <a:off x="959450" y="1866406"/>
            <a:ext cx="518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Charging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C328A3-5A0A-F35D-3AF1-92E7A34F6442}"/>
              </a:ext>
            </a:extLst>
          </p:cNvPr>
          <p:cNvSpPr txBox="1"/>
          <p:nvPr/>
        </p:nvSpPr>
        <p:spPr>
          <a:xfrm>
            <a:off x="5735782" y="1820285"/>
            <a:ext cx="518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Discharging</a:t>
            </a:r>
          </a:p>
        </p:txBody>
      </p:sp>
    </p:spTree>
    <p:extLst>
      <p:ext uri="{BB962C8B-B14F-4D97-AF65-F5344CB8AC3E}">
        <p14:creationId xmlns:p14="http://schemas.microsoft.com/office/powerpoint/2010/main" val="2759029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813B-0631-D6B9-C768-AA33D911E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Plots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FE3391-0E42-0DD7-1617-4935153EF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536" y="2141516"/>
            <a:ext cx="5186525" cy="27661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90852B-BC01-E181-812E-C754E0B9D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783" y="2141515"/>
            <a:ext cx="5186527" cy="27661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6331A5-ADC3-A8AE-EFC3-C32A474C4406}"/>
              </a:ext>
            </a:extLst>
          </p:cNvPr>
          <p:cNvSpPr txBox="1"/>
          <p:nvPr/>
        </p:nvSpPr>
        <p:spPr>
          <a:xfrm>
            <a:off x="265535" y="1852551"/>
            <a:ext cx="518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Charging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E3FAE-C89E-506F-8E78-65431260007A}"/>
              </a:ext>
            </a:extLst>
          </p:cNvPr>
          <p:cNvSpPr txBox="1"/>
          <p:nvPr/>
        </p:nvSpPr>
        <p:spPr>
          <a:xfrm>
            <a:off x="5735782" y="1820285"/>
            <a:ext cx="518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Discharging</a:t>
            </a:r>
          </a:p>
        </p:txBody>
      </p:sp>
    </p:spTree>
    <p:extLst>
      <p:ext uri="{BB962C8B-B14F-4D97-AF65-F5344CB8AC3E}">
        <p14:creationId xmlns:p14="http://schemas.microsoft.com/office/powerpoint/2010/main" val="2381883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921924"/>
      </p:ext>
    </p:extLst>
  </p:cSld>
  <p:clrMapOvr>
    <a:masterClrMapping/>
  </p:clrMapOvr>
</p:sld>
</file>

<file path=ppt/theme/theme1.xml><?xml version="1.0" encoding="utf-8"?>
<a:theme xmlns:a="http://schemas.openxmlformats.org/drawingml/2006/main" name="INL 2020">
  <a:themeElements>
    <a:clrScheme name="INL 2020">
      <a:dk1>
        <a:srgbClr val="000000"/>
      </a:dk1>
      <a:lt1>
        <a:srgbClr val="FFFFFF"/>
      </a:lt1>
      <a:dk2>
        <a:srgbClr val="06509D"/>
      </a:dk2>
      <a:lt2>
        <a:srgbClr val="2CA8E1"/>
      </a:lt2>
      <a:accent1>
        <a:srgbClr val="8EC423"/>
      </a:accent1>
      <a:accent2>
        <a:srgbClr val="2CA8E1"/>
      </a:accent2>
      <a:accent3>
        <a:srgbClr val="832369"/>
      </a:accent3>
      <a:accent4>
        <a:srgbClr val="CF1D4C"/>
      </a:accent4>
      <a:accent5>
        <a:srgbClr val="F78E20"/>
      </a:accent5>
      <a:accent6>
        <a:srgbClr val="59595C"/>
      </a:accent6>
      <a:hlink>
        <a:srgbClr val="7F7F7F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L_2022_hexLight_wide-WEB" id="{02E20BC5-FEDE-CE44-9BE4-1CE6CB29BA3D}" vid="{E4378662-F895-C340-BA33-6EA5E69E43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3797F432E2A042A124C0139981475A" ma:contentTypeVersion="14" ma:contentTypeDescription="Create a new document." ma:contentTypeScope="" ma:versionID="f98a91b6c1e71bbba55439f0a80a0573">
  <xsd:schema xmlns:xsd="http://www.w3.org/2001/XMLSchema" xmlns:xs="http://www.w3.org/2001/XMLSchema" xmlns:p="http://schemas.microsoft.com/office/2006/metadata/properties" xmlns:ns2="2391d807-f94f-4c4f-bb14-493106c624c2" xmlns:ns3="42ea9b75-b306-4826-8769-4c6ad6718b67" targetNamespace="http://schemas.microsoft.com/office/2006/metadata/properties" ma:root="true" ma:fieldsID="e10204a60157ce1d68d66ae7a68b8f6a" ns2:_="" ns3:_="">
    <xsd:import namespace="2391d807-f94f-4c4f-bb14-493106c624c2"/>
    <xsd:import namespace="42ea9b75-b306-4826-8769-4c6ad6718b6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91d807-f94f-4c4f-bb14-493106c624c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0" nillable="true" ma:taxonomy="true" ma:internalName="lcf76f155ced4ddcb4097134ff3c332f" ma:taxonomyFieldName="MediaServiceImageTags" ma:displayName="Image Tags" ma:readOnly="false" ma:fieldId="{5cf76f15-5ced-4ddc-b409-7134ff3c332f}" ma:taxonomyMulti="true" ma:sspId="0b78db39-37aa-4e28-bb7e-9642684d42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ea9b75-b306-4826-8769-4c6ad6718b67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2721504a-65bf-41e8-8385-5761431a3c1d}" ma:internalName="TaxCatchAll" ma:showField="CatchAllData" ma:web="42ea9b75-b306-4826-8769-4c6ad6718b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391d807-f94f-4c4f-bb14-493106c624c2">
      <UserInfo>
        <DisplayName/>
        <AccountId xsi:nil="true"/>
        <AccountType/>
      </UserInfo>
    </SharedWithUsers>
    <TaxCatchAll xmlns="42ea9b75-b306-4826-8769-4c6ad6718b67" xsi:nil="true"/>
    <lcf76f155ced4ddcb4097134ff3c332f xmlns="2391d807-f94f-4c4f-bb14-493106c624c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B987B27-07C2-425E-9FC8-8EB9D2FCBB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58C39C-6B2B-46C8-8FF5-4FF701DE8E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91d807-f94f-4c4f-bb14-493106c624c2"/>
    <ds:schemaRef ds:uri="42ea9b75-b306-4826-8769-4c6ad6718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E72521-46AD-4BAF-8AA5-1067FA401909}">
  <ds:schemaRefs>
    <ds:schemaRef ds:uri="http://schemas.microsoft.com/office/2006/metadata/properties"/>
    <ds:schemaRef ds:uri="http://schemas.microsoft.com/office/infopath/2007/PartnerControls"/>
    <ds:schemaRef ds:uri="2391d807-f94f-4c4f-bb14-493106c624c2"/>
    <ds:schemaRef ds:uri="42ea9b75-b306-4826-8769-4c6ad6718b6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INL_2022_hexLight_wide_template</Template>
  <TotalTime>10</TotalTime>
  <Words>20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Narrow</vt:lpstr>
      <vt:lpstr>Calibri</vt:lpstr>
      <vt:lpstr>Myriad Pro Cond</vt:lpstr>
      <vt:lpstr>Times New Roman</vt:lpstr>
      <vt:lpstr>INL 2020</vt:lpstr>
      <vt:lpstr>PowerPoint Presentation</vt:lpstr>
      <vt:lpstr>PowerPoint Presentation</vt:lpstr>
      <vt:lpstr>PowerPoint Presentation</vt:lpstr>
      <vt:lpstr>Summary Plots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 Vishwa Naicker</dc:creator>
  <cp:keywords/>
  <dc:description/>
  <cp:lastModifiedBy>Hari Vishwa Naicker</cp:lastModifiedBy>
  <cp:revision>4</cp:revision>
  <dcterms:created xsi:type="dcterms:W3CDTF">2026-08-14T13:57:21Z</dcterms:created>
  <dcterms:modified xsi:type="dcterms:W3CDTF">2026-08-14T14:07:34Z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0x010100803797F432E2A042A124C0139981475A</vt:lpwstr>
  </property>
  <property fmtid="{D5CDD505-2E9C-101B-9397-08002B2CF9AE}" pid="3" name="Order">
    <vt:r8>73000</vt:r8>
  </property>
</Properties>
</file>