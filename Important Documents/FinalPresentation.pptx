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92" r:id="rId4"/>
  </p:sldMasterIdLst>
  <p:notesMasterIdLst>
    <p:notesMasterId r:id="rId20"/>
  </p:notesMasterIdLst>
  <p:sldIdLst>
    <p:sldId id="256" r:id="rId5"/>
    <p:sldId id="257" r:id="rId6"/>
    <p:sldId id="260" r:id="rId7"/>
    <p:sldId id="259" r:id="rId8"/>
    <p:sldId id="262" r:id="rId9"/>
    <p:sldId id="263" r:id="rId10"/>
    <p:sldId id="269" r:id="rId11"/>
    <p:sldId id="270" r:id="rId12"/>
    <p:sldId id="264" r:id="rId13"/>
    <p:sldId id="266" r:id="rId14"/>
    <p:sldId id="265" r:id="rId15"/>
    <p:sldId id="267" r:id="rId16"/>
    <p:sldId id="258" r:id="rId17"/>
    <p:sldId id="271" r:id="rId18"/>
    <p:sldId id="272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7519E"/>
    <a:srgbClr val="2DA9E1"/>
    <a:srgbClr val="1C3665"/>
    <a:srgbClr val="8EC42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7B250B-E093-43B9-A75C-F4FFDB3B1121}" v="165" dt="2026-07-23T20:54:29.026"/>
    <p1510:client id="{E9939446-3AA5-4ECB-AEFE-2D5A2CA7329D}" v="46" dt="2026-07-23T20:56:28.27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microsoft.com/office/2015/10/relationships/revisionInfo" Target="revisionInfo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ari Vishwa Naicker" userId="b0a120ab-4096-4d7c-ad0a-0703db5c9336" providerId="ADAL" clId="{4DDE1817-2C02-46EF-B55F-C346D21C243D}"/>
    <pc:docChg chg="modSld">
      <pc:chgData name="Hari Vishwa Naicker" userId="b0a120ab-4096-4d7c-ad0a-0703db5c9336" providerId="ADAL" clId="{4DDE1817-2C02-46EF-B55F-C346D21C243D}" dt="2026-07-23T20:54:29.026" v="164" actId="20577"/>
      <pc:docMkLst>
        <pc:docMk/>
      </pc:docMkLst>
      <pc:sldChg chg="modSp mod">
        <pc:chgData name="Hari Vishwa Naicker" userId="b0a120ab-4096-4d7c-ad0a-0703db5c9336" providerId="ADAL" clId="{4DDE1817-2C02-46EF-B55F-C346D21C243D}" dt="2026-07-23T20:54:29.026" v="164" actId="20577"/>
        <pc:sldMkLst>
          <pc:docMk/>
          <pc:sldMk cId="707218734" sldId="267"/>
        </pc:sldMkLst>
        <pc:spChg chg="mod">
          <ac:chgData name="Hari Vishwa Naicker" userId="b0a120ab-4096-4d7c-ad0a-0703db5c9336" providerId="ADAL" clId="{4DDE1817-2C02-46EF-B55F-C346D21C243D}" dt="2026-07-23T20:47:03.378" v="26" actId="20577"/>
          <ac:spMkLst>
            <pc:docMk/>
            <pc:sldMk cId="707218734" sldId="267"/>
            <ac:spMk id="2" creationId="{1BB29297-1BF1-8A0A-ED7E-35901B97C05C}"/>
          </ac:spMkLst>
        </pc:spChg>
        <pc:spChg chg="mod">
          <ac:chgData name="Hari Vishwa Naicker" userId="b0a120ab-4096-4d7c-ad0a-0703db5c9336" providerId="ADAL" clId="{4DDE1817-2C02-46EF-B55F-C346D21C243D}" dt="2026-07-23T20:54:29.026" v="164" actId="20577"/>
          <ac:spMkLst>
            <pc:docMk/>
            <pc:sldMk cId="707218734" sldId="267"/>
            <ac:spMk id="3" creationId="{59B53AB9-FF51-8FED-6187-293D186FEC63}"/>
          </ac:spMkLst>
        </pc:spChg>
      </pc:sldChg>
    </pc:docChg>
  </pc:docChgLst>
  <pc:docChgLst>
    <pc:chgData name="Sunming Qin" userId="da8d17d2-d99f-4fa4-8d79-a4c28966d624" providerId="ADAL" clId="{7C1CA38F-9DC2-405C-A179-3C8335A559DE}"/>
    <pc:docChg chg="undo custSel addSld delSld modSld">
      <pc:chgData name="Sunming Qin" userId="da8d17d2-d99f-4fa4-8d79-a4c28966d624" providerId="ADAL" clId="{7C1CA38F-9DC2-405C-A179-3C8335A559DE}" dt="2026-07-23T20:56:28.273" v="224" actId="20577"/>
      <pc:docMkLst>
        <pc:docMk/>
      </pc:docMkLst>
      <pc:sldChg chg="modSp mod">
        <pc:chgData name="Sunming Qin" userId="da8d17d2-d99f-4fa4-8d79-a4c28966d624" providerId="ADAL" clId="{7C1CA38F-9DC2-405C-A179-3C8335A559DE}" dt="2026-07-23T20:24:28.923" v="83" actId="20577"/>
        <pc:sldMkLst>
          <pc:docMk/>
          <pc:sldMk cId="1665996140" sldId="256"/>
        </pc:sldMkLst>
        <pc:spChg chg="mod">
          <ac:chgData name="Sunming Qin" userId="da8d17d2-d99f-4fa4-8d79-a4c28966d624" providerId="ADAL" clId="{7C1CA38F-9DC2-405C-A179-3C8335A559DE}" dt="2026-07-23T20:02:16.007" v="4" actId="1076"/>
          <ac:spMkLst>
            <pc:docMk/>
            <pc:sldMk cId="1665996140" sldId="256"/>
            <ac:spMk id="2" creationId="{6AFFBDF4-D027-5540-A4D0-49BD3CCE65CE}"/>
          </ac:spMkLst>
        </pc:spChg>
        <pc:spChg chg="mod">
          <ac:chgData name="Sunming Qin" userId="da8d17d2-d99f-4fa4-8d79-a4c28966d624" providerId="ADAL" clId="{7C1CA38F-9DC2-405C-A179-3C8335A559DE}" dt="2026-07-23T20:24:28.923" v="83" actId="20577"/>
          <ac:spMkLst>
            <pc:docMk/>
            <pc:sldMk cId="1665996140" sldId="256"/>
            <ac:spMk id="3" creationId="{221FA6BA-7AEF-C349-A828-FB83B670B5C6}"/>
          </ac:spMkLst>
        </pc:spChg>
      </pc:sldChg>
      <pc:sldChg chg="modSp mod">
        <pc:chgData name="Sunming Qin" userId="da8d17d2-d99f-4fa4-8d79-a4c28966d624" providerId="ADAL" clId="{7C1CA38F-9DC2-405C-A179-3C8335A559DE}" dt="2026-07-23T20:56:28.273" v="224" actId="20577"/>
        <pc:sldMkLst>
          <pc:docMk/>
          <pc:sldMk cId="1212073408" sldId="259"/>
        </pc:sldMkLst>
        <pc:spChg chg="mod">
          <ac:chgData name="Sunming Qin" userId="da8d17d2-d99f-4fa4-8d79-a4c28966d624" providerId="ADAL" clId="{7C1CA38F-9DC2-405C-A179-3C8335A559DE}" dt="2026-07-23T20:17:53.283" v="80" actId="20577"/>
          <ac:spMkLst>
            <pc:docMk/>
            <pc:sldMk cId="1212073408" sldId="259"/>
            <ac:spMk id="2" creationId="{556EFD83-FE4E-8FF1-0E0D-B9642CC7B2BB}"/>
          </ac:spMkLst>
        </pc:spChg>
        <pc:spChg chg="mod">
          <ac:chgData name="Sunming Qin" userId="da8d17d2-d99f-4fa4-8d79-a4c28966d624" providerId="ADAL" clId="{7C1CA38F-9DC2-405C-A179-3C8335A559DE}" dt="2026-07-23T20:56:28.273" v="224" actId="20577"/>
          <ac:spMkLst>
            <pc:docMk/>
            <pc:sldMk cId="1212073408" sldId="259"/>
            <ac:spMk id="3" creationId="{DE512497-1BC4-4D68-5AC7-97DF93BE6EDC}"/>
          </ac:spMkLst>
        </pc:spChg>
        <pc:grpChg chg="mod">
          <ac:chgData name="Sunming Qin" userId="da8d17d2-d99f-4fa4-8d79-a4c28966d624" providerId="ADAL" clId="{7C1CA38F-9DC2-405C-A179-3C8335A559DE}" dt="2026-07-23T20:14:46.904" v="69" actId="1076"/>
          <ac:grpSpMkLst>
            <pc:docMk/>
            <pc:sldMk cId="1212073408" sldId="259"/>
            <ac:grpSpMk id="13" creationId="{AF6C61F8-8825-43E3-9B98-FA912F8A2A1B}"/>
          </ac:grpSpMkLst>
        </pc:grpChg>
        <pc:grpChg chg="mod">
          <ac:chgData name="Sunming Qin" userId="da8d17d2-d99f-4fa4-8d79-a4c28966d624" providerId="ADAL" clId="{7C1CA38F-9DC2-405C-A179-3C8335A559DE}" dt="2026-07-23T20:14:48.529" v="70" actId="1076"/>
          <ac:grpSpMkLst>
            <pc:docMk/>
            <pc:sldMk cId="1212073408" sldId="259"/>
            <ac:grpSpMk id="15" creationId="{CECB7757-2970-BE9F-6ED4-680E2CD03B8C}"/>
          </ac:grpSpMkLst>
        </pc:grpChg>
      </pc:sldChg>
      <pc:sldChg chg="modSp mod">
        <pc:chgData name="Sunming Qin" userId="da8d17d2-d99f-4fa4-8d79-a4c28966d624" providerId="ADAL" clId="{7C1CA38F-9DC2-405C-A179-3C8335A559DE}" dt="2026-07-23T20:22:59.534" v="82" actId="1076"/>
        <pc:sldMkLst>
          <pc:docMk/>
          <pc:sldMk cId="3088403499" sldId="260"/>
        </pc:sldMkLst>
        <pc:spChg chg="mod">
          <ac:chgData name="Sunming Qin" userId="da8d17d2-d99f-4fa4-8d79-a4c28966d624" providerId="ADAL" clId="{7C1CA38F-9DC2-405C-A179-3C8335A559DE}" dt="2026-07-23T20:22:49.921" v="81" actId="14100"/>
          <ac:spMkLst>
            <pc:docMk/>
            <pc:sldMk cId="3088403499" sldId="260"/>
            <ac:spMk id="3" creationId="{43439AD9-25E5-EFD2-F1E6-77287285363B}"/>
          </ac:spMkLst>
        </pc:spChg>
        <pc:grpChg chg="mod">
          <ac:chgData name="Sunming Qin" userId="da8d17d2-d99f-4fa4-8d79-a4c28966d624" providerId="ADAL" clId="{7C1CA38F-9DC2-405C-A179-3C8335A559DE}" dt="2026-07-23T20:22:59.534" v="82" actId="1076"/>
          <ac:grpSpMkLst>
            <pc:docMk/>
            <pc:sldMk cId="3088403499" sldId="260"/>
            <ac:grpSpMk id="15" creationId="{BB515F08-9EE2-6944-884D-3E83E1FA6377}"/>
          </ac:grpSpMkLst>
        </pc:grpChg>
        <pc:grpChg chg="mod">
          <ac:chgData name="Sunming Qin" userId="da8d17d2-d99f-4fa4-8d79-a4c28966d624" providerId="ADAL" clId="{7C1CA38F-9DC2-405C-A179-3C8335A559DE}" dt="2026-07-23T20:22:59.534" v="82" actId="1076"/>
          <ac:grpSpMkLst>
            <pc:docMk/>
            <pc:sldMk cId="3088403499" sldId="260"/>
            <ac:grpSpMk id="17" creationId="{50C3E101-6E15-B81A-6311-C186BEB50528}"/>
          </ac:grpSpMkLst>
        </pc:grpChg>
      </pc:sldChg>
      <pc:sldChg chg="modSp mod">
        <pc:chgData name="Sunming Qin" userId="da8d17d2-d99f-4fa4-8d79-a4c28966d624" providerId="ADAL" clId="{7C1CA38F-9DC2-405C-A179-3C8335A559DE}" dt="2026-07-23T20:24:52.447" v="86" actId="1076"/>
        <pc:sldMkLst>
          <pc:docMk/>
          <pc:sldMk cId="2820561789" sldId="263"/>
        </pc:sldMkLst>
        <pc:spChg chg="mod">
          <ac:chgData name="Sunming Qin" userId="da8d17d2-d99f-4fa4-8d79-a4c28966d624" providerId="ADAL" clId="{7C1CA38F-9DC2-405C-A179-3C8335A559DE}" dt="2026-07-23T20:17:43.829" v="79" actId="1076"/>
          <ac:spMkLst>
            <pc:docMk/>
            <pc:sldMk cId="2820561789" sldId="263"/>
            <ac:spMk id="3" creationId="{5A6BFA4E-984E-FDFE-FD57-27A4C720F0D3}"/>
          </ac:spMkLst>
        </pc:spChg>
        <pc:spChg chg="mod">
          <ac:chgData name="Sunming Qin" userId="da8d17d2-d99f-4fa4-8d79-a4c28966d624" providerId="ADAL" clId="{7C1CA38F-9DC2-405C-A179-3C8335A559DE}" dt="2026-07-23T20:24:52.447" v="86" actId="1076"/>
          <ac:spMkLst>
            <pc:docMk/>
            <pc:sldMk cId="2820561789" sldId="263"/>
            <ac:spMk id="11" creationId="{7CA21B88-4011-E25C-BD46-EF23272E62A6}"/>
          </ac:spMkLst>
        </pc:spChg>
        <pc:spChg chg="mod">
          <ac:chgData name="Sunming Qin" userId="da8d17d2-d99f-4fa4-8d79-a4c28966d624" providerId="ADAL" clId="{7C1CA38F-9DC2-405C-A179-3C8335A559DE}" dt="2026-07-23T20:24:52.447" v="86" actId="1076"/>
          <ac:spMkLst>
            <pc:docMk/>
            <pc:sldMk cId="2820561789" sldId="263"/>
            <ac:spMk id="13" creationId="{C380FDDC-9595-44F2-9FBC-290674D8D5B5}"/>
          </ac:spMkLst>
        </pc:spChg>
        <pc:spChg chg="mod">
          <ac:chgData name="Sunming Qin" userId="da8d17d2-d99f-4fa4-8d79-a4c28966d624" providerId="ADAL" clId="{7C1CA38F-9DC2-405C-A179-3C8335A559DE}" dt="2026-07-23T20:24:52.447" v="86" actId="1076"/>
          <ac:spMkLst>
            <pc:docMk/>
            <pc:sldMk cId="2820561789" sldId="263"/>
            <ac:spMk id="15" creationId="{9AAF6E2B-1569-3EC0-97A0-1BCB4096983F}"/>
          </ac:spMkLst>
        </pc:spChg>
        <pc:picChg chg="mod">
          <ac:chgData name="Sunming Qin" userId="da8d17d2-d99f-4fa4-8d79-a4c28966d624" providerId="ADAL" clId="{7C1CA38F-9DC2-405C-A179-3C8335A559DE}" dt="2026-07-23T20:24:52.447" v="86" actId="1076"/>
          <ac:picMkLst>
            <pc:docMk/>
            <pc:sldMk cId="2820561789" sldId="263"/>
            <ac:picMk id="5" creationId="{DCB358F9-B890-FA85-7B90-685E4609AECB}"/>
          </ac:picMkLst>
        </pc:picChg>
        <pc:picChg chg="mod">
          <ac:chgData name="Sunming Qin" userId="da8d17d2-d99f-4fa4-8d79-a4c28966d624" providerId="ADAL" clId="{7C1CA38F-9DC2-405C-A179-3C8335A559DE}" dt="2026-07-23T20:24:52.447" v="86" actId="1076"/>
          <ac:picMkLst>
            <pc:docMk/>
            <pc:sldMk cId="2820561789" sldId="263"/>
            <ac:picMk id="7" creationId="{359D588B-9AC6-E08F-E936-266AFDAA5841}"/>
          </ac:picMkLst>
        </pc:picChg>
        <pc:picChg chg="mod">
          <ac:chgData name="Sunming Qin" userId="da8d17d2-d99f-4fa4-8d79-a4c28966d624" providerId="ADAL" clId="{7C1CA38F-9DC2-405C-A179-3C8335A559DE}" dt="2026-07-23T20:24:52.447" v="86" actId="1076"/>
          <ac:picMkLst>
            <pc:docMk/>
            <pc:sldMk cId="2820561789" sldId="263"/>
            <ac:picMk id="9" creationId="{D8952A08-25EB-9F6D-A361-E02BAF44D9AD}"/>
          </ac:picMkLst>
        </pc:picChg>
        <pc:picChg chg="mod">
          <ac:chgData name="Sunming Qin" userId="da8d17d2-d99f-4fa4-8d79-a4c28966d624" providerId="ADAL" clId="{7C1CA38F-9DC2-405C-A179-3C8335A559DE}" dt="2026-07-23T20:17:27.686" v="77" actId="1076"/>
          <ac:picMkLst>
            <pc:docMk/>
            <pc:sldMk cId="2820561789" sldId="263"/>
            <ac:picMk id="17" creationId="{2F26F05C-B666-00DB-EFA8-002F2E44ACA5}"/>
          </ac:picMkLst>
        </pc:picChg>
      </pc:sldChg>
      <pc:sldChg chg="modSp mod">
        <pc:chgData name="Sunming Qin" userId="da8d17d2-d99f-4fa4-8d79-a4c28966d624" providerId="ADAL" clId="{7C1CA38F-9DC2-405C-A179-3C8335A559DE}" dt="2026-07-23T20:25:33.667" v="111" actId="20577"/>
        <pc:sldMkLst>
          <pc:docMk/>
          <pc:sldMk cId="3135972112" sldId="264"/>
        </pc:sldMkLst>
        <pc:spChg chg="mod">
          <ac:chgData name="Sunming Qin" userId="da8d17d2-d99f-4fa4-8d79-a4c28966d624" providerId="ADAL" clId="{7C1CA38F-9DC2-405C-A179-3C8335A559DE}" dt="2026-07-23T20:25:33.667" v="111" actId="20577"/>
          <ac:spMkLst>
            <pc:docMk/>
            <pc:sldMk cId="3135972112" sldId="264"/>
            <ac:spMk id="2" creationId="{441C4D27-5845-04C2-25E7-25120C257841}"/>
          </ac:spMkLst>
        </pc:spChg>
        <pc:spChg chg="mod">
          <ac:chgData name="Sunming Qin" userId="da8d17d2-d99f-4fa4-8d79-a4c28966d624" providerId="ADAL" clId="{7C1CA38F-9DC2-405C-A179-3C8335A559DE}" dt="2026-07-23T20:25:13.587" v="94" actId="20577"/>
          <ac:spMkLst>
            <pc:docMk/>
            <pc:sldMk cId="3135972112" sldId="264"/>
            <ac:spMk id="3" creationId="{E23F7773-5749-C5FC-3CB6-CEB80BF83362}"/>
          </ac:spMkLst>
        </pc:spChg>
      </pc:sldChg>
      <pc:sldChg chg="modSp mod">
        <pc:chgData name="Sunming Qin" userId="da8d17d2-d99f-4fa4-8d79-a4c28966d624" providerId="ADAL" clId="{7C1CA38F-9DC2-405C-A179-3C8335A559DE}" dt="2026-07-23T20:26:38.370" v="127" actId="14100"/>
        <pc:sldMkLst>
          <pc:docMk/>
          <pc:sldMk cId="743128541" sldId="265"/>
        </pc:sldMkLst>
        <pc:spChg chg="mod">
          <ac:chgData name="Sunming Qin" userId="da8d17d2-d99f-4fa4-8d79-a4c28966d624" providerId="ADAL" clId="{7C1CA38F-9DC2-405C-A179-3C8335A559DE}" dt="2026-07-23T20:25:49.058" v="112" actId="20577"/>
          <ac:spMkLst>
            <pc:docMk/>
            <pc:sldMk cId="743128541" sldId="265"/>
            <ac:spMk id="2" creationId="{64F81CA4-AAA6-A984-6FC2-2D8E05B816F3}"/>
          </ac:spMkLst>
        </pc:spChg>
        <pc:spChg chg="mod">
          <ac:chgData name="Sunming Qin" userId="da8d17d2-d99f-4fa4-8d79-a4c28966d624" providerId="ADAL" clId="{7C1CA38F-9DC2-405C-A179-3C8335A559DE}" dt="2026-07-23T20:26:38.370" v="127" actId="14100"/>
          <ac:spMkLst>
            <pc:docMk/>
            <pc:sldMk cId="743128541" sldId="265"/>
            <ac:spMk id="3" creationId="{393B525E-C640-B880-7658-1110B95642CA}"/>
          </ac:spMkLst>
        </pc:spChg>
        <pc:spChg chg="mod">
          <ac:chgData name="Sunming Qin" userId="da8d17d2-d99f-4fa4-8d79-a4c28966d624" providerId="ADAL" clId="{7C1CA38F-9DC2-405C-A179-3C8335A559DE}" dt="2026-07-23T20:26:13.723" v="117" actId="1076"/>
          <ac:spMkLst>
            <pc:docMk/>
            <pc:sldMk cId="743128541" sldId="265"/>
            <ac:spMk id="9" creationId="{D0A1A43B-074D-F38F-90AB-0F7D6F1A3C6B}"/>
          </ac:spMkLst>
        </pc:spChg>
        <pc:spChg chg="mod">
          <ac:chgData name="Sunming Qin" userId="da8d17d2-d99f-4fa4-8d79-a4c28966d624" providerId="ADAL" clId="{7C1CA38F-9DC2-405C-A179-3C8335A559DE}" dt="2026-07-23T20:26:10.381" v="116" actId="1076"/>
          <ac:spMkLst>
            <pc:docMk/>
            <pc:sldMk cId="743128541" sldId="265"/>
            <ac:spMk id="11" creationId="{3B05ADC9-7B37-B3F3-1F80-DA57A955FCF7}"/>
          </ac:spMkLst>
        </pc:spChg>
        <pc:picChg chg="mod">
          <ac:chgData name="Sunming Qin" userId="da8d17d2-d99f-4fa4-8d79-a4c28966d624" providerId="ADAL" clId="{7C1CA38F-9DC2-405C-A179-3C8335A559DE}" dt="2026-07-23T20:26:13.723" v="117" actId="1076"/>
          <ac:picMkLst>
            <pc:docMk/>
            <pc:sldMk cId="743128541" sldId="265"/>
            <ac:picMk id="5" creationId="{B0630BC6-473F-D7E0-9EA0-56567E7861F8}"/>
          </ac:picMkLst>
        </pc:picChg>
        <pc:picChg chg="mod">
          <ac:chgData name="Sunming Qin" userId="da8d17d2-d99f-4fa4-8d79-a4c28966d624" providerId="ADAL" clId="{7C1CA38F-9DC2-405C-A179-3C8335A559DE}" dt="2026-07-23T20:26:10.381" v="116" actId="1076"/>
          <ac:picMkLst>
            <pc:docMk/>
            <pc:sldMk cId="743128541" sldId="265"/>
            <ac:picMk id="7" creationId="{BCD966E7-1B87-8A5E-5642-229269347380}"/>
          </ac:picMkLst>
        </pc:picChg>
      </pc:sldChg>
      <pc:sldChg chg="modSp mod">
        <pc:chgData name="Sunming Qin" userId="da8d17d2-d99f-4fa4-8d79-a4c28966d624" providerId="ADAL" clId="{7C1CA38F-9DC2-405C-A179-3C8335A559DE}" dt="2026-07-23T20:55:31.546" v="181" actId="113"/>
        <pc:sldMkLst>
          <pc:docMk/>
          <pc:sldMk cId="707218734" sldId="267"/>
        </pc:sldMkLst>
        <pc:spChg chg="mod">
          <ac:chgData name="Sunming Qin" userId="da8d17d2-d99f-4fa4-8d79-a4c28966d624" providerId="ADAL" clId="{7C1CA38F-9DC2-405C-A179-3C8335A559DE}" dt="2026-07-23T20:55:31.546" v="181" actId="113"/>
          <ac:spMkLst>
            <pc:docMk/>
            <pc:sldMk cId="707218734" sldId="267"/>
            <ac:spMk id="3" creationId="{59B53AB9-FF51-8FED-6187-293D186FEC63}"/>
          </ac:spMkLst>
        </pc:spChg>
      </pc:sldChg>
      <pc:sldChg chg="modSp mod">
        <pc:chgData name="Sunming Qin" userId="da8d17d2-d99f-4fa4-8d79-a4c28966d624" providerId="ADAL" clId="{7C1CA38F-9DC2-405C-A179-3C8335A559DE}" dt="2026-07-23T20:17:14.114" v="73" actId="20577"/>
        <pc:sldMkLst>
          <pc:docMk/>
          <pc:sldMk cId="1522929739" sldId="269"/>
        </pc:sldMkLst>
        <pc:spChg chg="mod">
          <ac:chgData name="Sunming Qin" userId="da8d17d2-d99f-4fa4-8d79-a4c28966d624" providerId="ADAL" clId="{7C1CA38F-9DC2-405C-A179-3C8335A559DE}" dt="2026-07-23T20:17:14.114" v="73" actId="20577"/>
          <ac:spMkLst>
            <pc:docMk/>
            <pc:sldMk cId="1522929739" sldId="269"/>
            <ac:spMk id="3" creationId="{E9E8B6FE-2634-511C-5377-A4492BF6B504}"/>
          </ac:spMkLst>
        </pc:spChg>
      </pc:sldChg>
      <pc:sldChg chg="del">
        <pc:chgData name="Sunming Qin" userId="da8d17d2-d99f-4fa4-8d79-a4c28966d624" providerId="ADAL" clId="{7C1CA38F-9DC2-405C-A179-3C8335A559DE}" dt="2026-07-23T20:13:17.147" v="30" actId="47"/>
        <pc:sldMkLst>
          <pc:docMk/>
          <pc:sldMk cId="366893291" sldId="273"/>
        </pc:sldMkLst>
      </pc:sldChg>
      <pc:sldChg chg="new del">
        <pc:chgData name="Sunming Qin" userId="da8d17d2-d99f-4fa4-8d79-a4c28966d624" providerId="ADAL" clId="{7C1CA38F-9DC2-405C-A179-3C8335A559DE}" dt="2026-07-23T20:13:11.140" v="29" actId="47"/>
        <pc:sldMkLst>
          <pc:docMk/>
          <pc:sldMk cId="1325753417" sldId="274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909992B-A26C-6A4B-AC27-2602734F2866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0CCFD4-A7F8-054B-8822-BC244B95358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7012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Hex_0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C77A4BE5-FE46-EA43-B6B0-450DE02CC37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3" name="blue/green box bottom">
            <a:extLst>
              <a:ext uri="{FF2B5EF4-FFF2-40B4-BE49-F238E27FC236}">
                <a16:creationId xmlns:a16="http://schemas.microsoft.com/office/drawing/2014/main" id="{01F9400E-D49A-AA40-B4BD-53F03EC31D76}"/>
              </a:ext>
            </a:extLst>
          </p:cNvPr>
          <p:cNvGrpSpPr/>
          <p:nvPr userDrawn="1"/>
        </p:nvGrpSpPr>
        <p:grpSpPr>
          <a:xfrm>
            <a:off x="0" y="5340350"/>
            <a:ext cx="12192000" cy="1517650"/>
            <a:chOff x="0" y="5340350"/>
            <a:chExt cx="12192000" cy="151765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7C04B8F3-C379-C04D-8634-1CDEC81586E2}"/>
                </a:ext>
              </a:extLst>
            </p:cNvPr>
            <p:cNvSpPr/>
            <p:nvPr userDrawn="1"/>
          </p:nvSpPr>
          <p:spPr bwMode="auto">
            <a:xfrm>
              <a:off x="0" y="5444519"/>
              <a:ext cx="12192000" cy="1413481"/>
            </a:xfrm>
            <a:prstGeom prst="rect">
              <a:avLst/>
            </a:prstGeom>
            <a:solidFill>
              <a:srgbClr val="07519E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03207E4-91BC-AB48-939F-AAC2AA29BF23}"/>
                </a:ext>
              </a:extLst>
            </p:cNvPr>
            <p:cNvSpPr/>
            <p:nvPr userDrawn="1"/>
          </p:nvSpPr>
          <p:spPr bwMode="auto">
            <a:xfrm>
              <a:off x="0" y="5340350"/>
              <a:ext cx="12192000" cy="104169"/>
            </a:xfrm>
            <a:prstGeom prst="rect">
              <a:avLst/>
            </a:prstGeom>
            <a:solidFill>
              <a:srgbClr val="8EC423"/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numCol="1" rtlCol="0" anchor="t" anchorCtr="0" compatLnSpc="1">
              <a:prstTxWarp prst="textNoShape">
                <a:avLst/>
              </a:prstTxWarp>
            </a:bodyPr>
            <a:lstStyle/>
            <a:p>
              <a:pPr marL="0" marR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endParaRPr kumimoji="0" lang="en-US" sz="24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itchFamily="18" charset="0"/>
              </a:endParaRPr>
            </a:p>
          </p:txBody>
        </p:sp>
      </p:grp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E1DFF24A-6025-2847-8C93-29954BFB7B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37144" y="1938829"/>
            <a:ext cx="9354855" cy="2292350"/>
          </a:xfrm>
          <a:prstGeom prst="rect">
            <a:avLst/>
          </a:prstGeom>
          <a:noFill/>
        </p:spPr>
        <p:txBody>
          <a:bodyPr wrap="square" lIns="365760" tIns="822960" rIns="1097280" bIns="822960" anchor="ctr" anchorCtr="0">
            <a:noAutofit/>
          </a:bodyPr>
          <a:lstStyle>
            <a:lvl1pPr marL="0" indent="0">
              <a:buFont typeface="Arial" panose="020B0604020202020204" pitchFamily="34" charset="0"/>
              <a:buNone/>
              <a:tabLst/>
              <a:defRPr sz="36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9525" indent="0">
              <a:buFontTx/>
              <a:buNone/>
              <a:tabLst/>
              <a:defRPr sz="24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title</a:t>
            </a:r>
          </a:p>
          <a:p>
            <a:pPr lvl="1"/>
            <a:r>
              <a:rPr lang="en-US"/>
              <a:t>Click to edit subtitle</a:t>
            </a:r>
          </a:p>
        </p:txBody>
      </p:sp>
      <p:sp>
        <p:nvSpPr>
          <p:cNvPr id="14" name="Text Placeholder 46">
            <a:extLst>
              <a:ext uri="{FF2B5EF4-FFF2-40B4-BE49-F238E27FC236}">
                <a16:creationId xmlns:a16="http://schemas.microsoft.com/office/drawing/2014/main" id="{45BFF713-8DD6-6843-86C3-2D1862E3CA9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70142" y="273297"/>
            <a:ext cx="2541981" cy="1392237"/>
          </a:xfrm>
          <a:effectLst/>
        </p:spPr>
        <p:txBody>
          <a:bodyPr lIns="0" rIns="0" bIns="0" anchor="b" anchorCtr="0">
            <a:noAutofit/>
          </a:bodyPr>
          <a:lstStyle>
            <a:lvl1pPr marL="7938" indent="0">
              <a:buFontTx/>
              <a:buNone/>
              <a:tabLst/>
              <a:defRPr sz="16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2pPr>
            <a:lvl3pPr marL="7938" indent="0">
              <a:buFontTx/>
              <a:buNone/>
              <a:tabLst/>
              <a:defRPr sz="1600" b="0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3716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4pPr>
            <a:lvl5pPr marL="1828800" indent="0">
              <a:buFontTx/>
              <a:buNone/>
              <a:defRPr b="0" i="0">
                <a:solidFill>
                  <a:schemeClr val="bg1"/>
                </a:solidFill>
                <a:latin typeface="Myriad Pro Cond" panose="020B0506030403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7150FBC-21D2-57A0-083B-AF225C0F1AD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804279" y="5913998"/>
            <a:ext cx="5842000" cy="46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788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3840">
          <p15:clr>
            <a:srgbClr val="FBAE40"/>
          </p15:clr>
        </p15:guide>
        <p15:guide id="3" orient="horz" pos="1920">
          <p15:clr>
            <a:srgbClr val="FBAE40"/>
          </p15:clr>
        </p15:guide>
        <p15:guide id="4" pos="53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title</a:t>
            </a:r>
            <a:br>
              <a:rPr lang="en-US"/>
            </a:br>
            <a:r>
              <a:rPr lang="en-US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en-US"/>
              <a:t>Click to edit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11937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Full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2365512-1A58-B241-838D-EFAB0E25F8AF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E89965-9C98-C446-B0C8-8151A52702B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DAHO NATIONAL LABORATORY">
            <a:extLst>
              <a:ext uri="{FF2B5EF4-FFF2-40B4-BE49-F238E27FC236}">
                <a16:creationId xmlns:a16="http://schemas.microsoft.com/office/drawing/2014/main" id="{C9B294FD-1F7F-4240-B2BD-1DD570DF2EC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title</a:t>
            </a:r>
            <a:br>
              <a:rPr lang="en-US"/>
            </a:br>
            <a:r>
              <a:rPr lang="en-US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en-US"/>
              <a:t>Click to edit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13409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rg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title</a:t>
            </a:r>
            <a:br>
              <a:rPr lang="en-US"/>
            </a:br>
            <a:r>
              <a:rPr lang="en-US"/>
              <a:t>(Reduce font for title longer than 2 lines)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EE6D6083-77A6-334A-8C7F-A5F18D4F5F8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38213" y="1739901"/>
            <a:ext cx="10415587" cy="432752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bg2"/>
              </a:buClr>
              <a:buSzTx/>
              <a:buFontTx/>
              <a:buNone/>
              <a:tabLst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/>
              <a:t>Click photo icon below to insert picture</a:t>
            </a:r>
            <a:br>
              <a:rPr lang="en-US"/>
            </a:br>
            <a:r>
              <a:rPr lang="en-US"/>
              <a:t>(if replacing picture, you will have to reset your crop area)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41346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 Full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2365512-1A58-B241-838D-EFAB0E25F8AF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E89965-9C98-C446-B0C8-8151A52702B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DAHO NATIONAL LABORATORY">
            <a:extLst>
              <a:ext uri="{FF2B5EF4-FFF2-40B4-BE49-F238E27FC236}">
                <a16:creationId xmlns:a16="http://schemas.microsoft.com/office/drawing/2014/main" id="{C9B294FD-1F7F-4240-B2BD-1DD570DF2EC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title</a:t>
            </a:r>
            <a:br>
              <a:rPr lang="en-US"/>
            </a:br>
            <a:r>
              <a:rPr lang="en-US"/>
              <a:t>(Reduce font for title longer than 2 lines)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86594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title</a:t>
            </a:r>
            <a:br>
              <a:rPr lang="en-US"/>
            </a:br>
            <a:r>
              <a:rPr lang="en-US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340345" y="1739901"/>
            <a:ext cx="5013454" cy="4207040"/>
          </a:xfrm>
        </p:spPr>
        <p:txBody>
          <a:bodyPr/>
          <a:lstStyle/>
          <a:p>
            <a:pPr lvl="0"/>
            <a:r>
              <a:rPr lang="en-US"/>
              <a:t>Click to edit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705329EE-4FB4-5A4D-AB92-8FB39F6378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38150" y="1739901"/>
            <a:ext cx="5081650" cy="420704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/>
              <a:t>Click photo icon below to insert picture</a:t>
            </a:r>
            <a:br>
              <a:rPr lang="en-US"/>
            </a:br>
            <a:r>
              <a:rPr lang="en-US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18102700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title</a:t>
            </a:r>
            <a:br>
              <a:rPr lang="en-US"/>
            </a:br>
            <a:r>
              <a:rPr lang="en-US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50" y="1739901"/>
            <a:ext cx="5013454" cy="4207040"/>
          </a:xfrm>
        </p:spPr>
        <p:txBody>
          <a:bodyPr/>
          <a:lstStyle/>
          <a:p>
            <a:pPr lvl="0"/>
            <a:r>
              <a:rPr lang="en-US"/>
              <a:t>Click to edit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5">
            <a:extLst>
              <a:ext uri="{FF2B5EF4-FFF2-40B4-BE49-F238E27FC236}">
                <a16:creationId xmlns:a16="http://schemas.microsoft.com/office/drawing/2014/main" id="{705329EE-4FB4-5A4D-AB92-8FB39F63785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272149" y="1739901"/>
            <a:ext cx="5081650" cy="420704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/>
              <a:t>Click photo icon below to insert picture</a:t>
            </a:r>
            <a:br>
              <a:rPr lang="en-US"/>
            </a:br>
            <a:r>
              <a:rPr lang="en-US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39232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ey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3EC5EE-7A70-7D44-877F-2A9D2662327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/>
              <a:t>Click to edit title</a:t>
            </a:r>
            <a:br>
              <a:rPr lang="en-US"/>
            </a:br>
            <a:r>
              <a:rPr lang="en-US"/>
              <a:t>(2 lines max)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/>
              <a:t>Click to edit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/>
              <a:t>Click photo icon below to insert picture</a:t>
            </a:r>
            <a:br>
              <a:rPr lang="en-US"/>
            </a:br>
            <a:r>
              <a:rPr lang="en-US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19912341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/>
              <a:t>Click to edit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/>
              <a:t>Click photo icon below to insert picture</a:t>
            </a:r>
            <a:br>
              <a:rPr lang="en-US"/>
            </a:br>
            <a:r>
              <a:rPr lang="en-US"/>
              <a:t>(if replacing picture, you will have to reset your crop area)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2EFBD4CC-FEFF-654C-B1A3-229DA69D10F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/>
              <a:t>Click to edit title</a:t>
            </a:r>
            <a:br>
              <a:rPr lang="en-US"/>
            </a:br>
            <a:r>
              <a:rPr lang="en-US"/>
              <a:t>(2 lines max)</a:t>
            </a:r>
          </a:p>
        </p:txBody>
      </p:sp>
    </p:spTree>
    <p:extLst>
      <p:ext uri="{BB962C8B-B14F-4D97-AF65-F5344CB8AC3E}">
        <p14:creationId xmlns:p14="http://schemas.microsoft.com/office/powerpoint/2010/main" val="39247369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Blue Box Photo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FD6444-081A-D54B-830B-A94153C0EF14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38149" y="1739901"/>
            <a:ext cx="6704153" cy="4207040"/>
          </a:xfrm>
        </p:spPr>
        <p:txBody>
          <a:bodyPr/>
          <a:lstStyle/>
          <a:p>
            <a:pPr lvl="0"/>
            <a:r>
              <a:rPr lang="en-US"/>
              <a:t>Click to edit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2EB56D-A175-2340-8316-CB2D73FC70C2}"/>
              </a:ext>
            </a:extLst>
          </p:cNvPr>
          <p:cNvSpPr/>
          <p:nvPr userDrawn="1"/>
        </p:nvSpPr>
        <p:spPr>
          <a:xfrm>
            <a:off x="8465770" y="-1"/>
            <a:ext cx="3726230" cy="623779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icture Placeholder 5">
            <a:extLst>
              <a:ext uri="{FF2B5EF4-FFF2-40B4-BE49-F238E27FC236}">
                <a16:creationId xmlns:a16="http://schemas.microsoft.com/office/drawing/2014/main" id="{AEB60818-A426-D644-9EEA-D2FB1CBDFB5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871283" y="522288"/>
            <a:ext cx="2919664" cy="435133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/>
              <a:t>Click photo icon below to insert picture</a:t>
            </a:r>
            <a:br>
              <a:rPr lang="en-US"/>
            </a:br>
            <a:r>
              <a:rPr lang="en-US"/>
              <a:t>(if replacing picture, you will have to reset your crop area)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80018A3-14FE-A04B-A3B4-D9AA55483B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1" y="558602"/>
            <a:ext cx="6704151" cy="1005229"/>
          </a:xfrm>
        </p:spPr>
        <p:txBody>
          <a:bodyPr/>
          <a:lstStyle/>
          <a:p>
            <a:r>
              <a:rPr lang="en-US"/>
              <a:t>Click to edit title</a:t>
            </a:r>
            <a:br>
              <a:rPr lang="en-US"/>
            </a:br>
            <a:r>
              <a:rPr lang="en-US"/>
              <a:t>(2 lines max)</a:t>
            </a:r>
          </a:p>
        </p:txBody>
      </p:sp>
    </p:spTree>
    <p:extLst>
      <p:ext uri="{BB962C8B-B14F-4D97-AF65-F5344CB8AC3E}">
        <p14:creationId xmlns:p14="http://schemas.microsoft.com/office/powerpoint/2010/main" val="54659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ig Blue Box Bullets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2CB96BB-242F-BC47-80BF-E45DB97245BA}"/>
              </a:ext>
            </a:extLst>
          </p:cNvPr>
          <p:cNvSpPr/>
          <p:nvPr userDrawn="1"/>
        </p:nvSpPr>
        <p:spPr>
          <a:xfrm>
            <a:off x="6843714" y="0"/>
            <a:ext cx="5346699" cy="62377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72FA9CB-507A-AA48-963A-8D5E37B7CF5B}"/>
              </a:ext>
            </a:extLst>
          </p:cNvPr>
          <p:cNvSpPr/>
          <p:nvPr userDrawn="1"/>
        </p:nvSpPr>
        <p:spPr>
          <a:xfrm>
            <a:off x="0" y="6335712"/>
            <a:ext cx="12192000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E79016F-99B0-6B40-B3F7-87F0068FC0E5}"/>
              </a:ext>
            </a:extLst>
          </p:cNvPr>
          <p:cNvSpPr/>
          <p:nvPr userDrawn="1"/>
        </p:nvSpPr>
        <p:spPr>
          <a:xfrm>
            <a:off x="0" y="6237795"/>
            <a:ext cx="12192000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IDAHO NATIONAL LABORATORY">
            <a:extLst>
              <a:ext uri="{FF2B5EF4-FFF2-40B4-BE49-F238E27FC236}">
                <a16:creationId xmlns:a16="http://schemas.microsoft.com/office/drawing/2014/main" id="{BD942965-6C07-5D4A-809D-5FC754D5902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14" name="Title Placeholder BIG box blue right">
            <a:extLst>
              <a:ext uri="{FF2B5EF4-FFF2-40B4-BE49-F238E27FC236}">
                <a16:creationId xmlns:a16="http://schemas.microsoft.com/office/drawing/2014/main" id="{AB7EA1D9-8A57-3143-9688-4BB8599F986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850063" y="0"/>
            <a:ext cx="5340350" cy="907549"/>
          </a:xfrm>
          <a:prstGeom prst="rect">
            <a:avLst/>
          </a:prstGeom>
          <a:noFill/>
        </p:spPr>
        <p:txBody>
          <a:bodyPr lIns="274320" tIns="365760" rIns="274320">
            <a:normAutofit/>
          </a:bodyPr>
          <a:lstStyle>
            <a:lvl1pPr marL="0" indent="0">
              <a:buFontTx/>
              <a:buNone/>
              <a:defRPr sz="3200" b="1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FontTx/>
              <a:buNone/>
              <a:defRPr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box title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538B584E-1ECA-5646-9DA7-61B8110256F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116947" y="1064712"/>
            <a:ext cx="4598987" cy="4515349"/>
          </a:xfrm>
          <a:prstGeom prst="rect">
            <a:avLst/>
          </a:prstGeom>
        </p:spPr>
        <p:txBody>
          <a:bodyPr lIns="0">
            <a:normAutofit/>
          </a:bodyPr>
          <a:lstStyle>
            <a:lvl1pPr marL="347663" indent="-342900">
              <a:buClr>
                <a:schemeClr val="bg1"/>
              </a:buClr>
              <a:tabLst/>
              <a:defRPr sz="2400"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bullet list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1E2218-371C-0D41-97AF-B220A81F8A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B462E5-D969-3443-B549-CE7B6CCBE8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ABC785-2799-4146-A523-CFA98FEB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16" name="Picture Placeholder">
            <a:extLst>
              <a:ext uri="{FF2B5EF4-FFF2-40B4-BE49-F238E27FC236}">
                <a16:creationId xmlns:a16="http://schemas.microsoft.com/office/drawing/2014/main" id="{6EF42CC7-103E-EA4C-89A2-543032DA331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6843714" cy="622826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2200">
                <a:solidFill>
                  <a:schemeClr val="bg1">
                    <a:lumMod val="65000"/>
                  </a:schemeClr>
                </a:solidFill>
              </a:defRPr>
            </a:lvl1pPr>
          </a:lstStyle>
          <a:p>
            <a:r>
              <a:rPr lang="en-US"/>
              <a:t>Click photo icon below to insert picture</a:t>
            </a:r>
            <a:br>
              <a:rPr lang="en-US"/>
            </a:br>
            <a:r>
              <a:rPr lang="en-US"/>
              <a:t>(if replacing picture, you will have to reset your crop area)</a:t>
            </a:r>
          </a:p>
        </p:txBody>
      </p:sp>
    </p:spTree>
    <p:extLst>
      <p:ext uri="{BB962C8B-B14F-4D97-AF65-F5344CB8AC3E}">
        <p14:creationId xmlns:p14="http://schemas.microsoft.com/office/powerpoint/2010/main" val="389007465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325992-890C-EC4B-B676-6CCEF133B8F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8150" y="1709738"/>
            <a:ext cx="10409299" cy="2852737"/>
          </a:xfrm>
        </p:spPr>
        <p:txBody>
          <a:bodyPr anchor="ctr" anchorCtr="0"/>
          <a:lstStyle>
            <a:lvl1pPr>
              <a:defRPr sz="4800"/>
            </a:lvl1pPr>
          </a:lstStyle>
          <a:p>
            <a:r>
              <a:rPr lang="en-US"/>
              <a:t>Click to edit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5303FD-B916-FD4E-85C2-3EBF655BC1F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938150" y="4589463"/>
            <a:ext cx="104093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subhead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8FDE18-9616-B043-9C71-522DAD29B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32FF7A-5905-EB40-919B-9225D0871D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C7509E-6005-DB4B-9578-84532E5F8B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3822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C0D34-E50C-7946-9657-29EA34F401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title</a:t>
            </a:r>
            <a:br>
              <a:rPr lang="en-US"/>
            </a:br>
            <a:r>
              <a:rPr lang="en-US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FFB48-1F38-8C46-B4B3-0871CA9880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938150" y="1739901"/>
            <a:ext cx="5081650" cy="4351338"/>
          </a:xfrm>
        </p:spPr>
        <p:txBody>
          <a:bodyPr/>
          <a:lstStyle/>
          <a:p>
            <a:pPr lvl="0"/>
            <a:r>
              <a:rPr lang="en-US"/>
              <a:t>Click to edit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C7F5AB-BF51-4044-8164-B8ADFB34B0A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72148" y="1739901"/>
            <a:ext cx="5081651" cy="4351338"/>
          </a:xfrm>
        </p:spPr>
        <p:txBody>
          <a:bodyPr/>
          <a:lstStyle/>
          <a:p>
            <a:pPr lvl="0"/>
            <a:r>
              <a:rPr lang="en-US"/>
              <a:t>Click to edit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73E568-D8E9-CE46-B564-4CAF0B6E4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3C80FD-FB7C-F246-A242-07AFCB295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FBDEBE-950D-C343-A00C-8D9FA1E33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532007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AC0D34-E50C-7946-9657-29EA34F401D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title</a:t>
            </a:r>
            <a:br>
              <a:rPr lang="en-US"/>
            </a:br>
            <a:r>
              <a:rPr lang="en-US"/>
              <a:t>(Reduce font for title longer than 2 lines)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BFFB48-1F38-8C46-B4B3-0871CA9880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938150" y="2412999"/>
            <a:ext cx="5081650" cy="3763963"/>
          </a:xfrm>
        </p:spPr>
        <p:txBody>
          <a:bodyPr/>
          <a:lstStyle/>
          <a:p>
            <a:pPr lvl="0"/>
            <a:r>
              <a:rPr lang="en-US"/>
              <a:t>Click to edit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5C7F5AB-BF51-4044-8164-B8ADFB34B0A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272148" y="2412999"/>
            <a:ext cx="5081651" cy="3763963"/>
          </a:xfrm>
        </p:spPr>
        <p:txBody>
          <a:bodyPr/>
          <a:lstStyle/>
          <a:p>
            <a:pPr lvl="0"/>
            <a:r>
              <a:rPr lang="en-US"/>
              <a:t>Click to edit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73E568-D8E9-CE46-B564-4CAF0B6E45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CD4A3B-E186-AB40-96C6-355AF9A6FE76}" type="datetimeFigureOut">
              <a:rPr lang="en-US" smtClean="0"/>
              <a:t>7/23/2026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3C80FD-FB7C-F246-A242-07AFCB295C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7FBDEBE-950D-C343-A00C-8D9FA1E33C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B577FA-F7D9-2C48-919F-F962E3BF952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172D795B-85F6-1F49-922A-F4131787307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938213" y="1589087"/>
            <a:ext cx="5081587" cy="766763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subhead 1</a:t>
            </a:r>
          </a:p>
        </p:txBody>
      </p:sp>
      <p:sp>
        <p:nvSpPr>
          <p:cNvPr id="10" name="Text Placeholder 4">
            <a:extLst>
              <a:ext uri="{FF2B5EF4-FFF2-40B4-BE49-F238E27FC236}">
                <a16:creationId xmlns:a16="http://schemas.microsoft.com/office/drawing/2014/main" id="{B4E34B4F-F908-104C-90F3-5135E2E8C74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270625" y="1589087"/>
            <a:ext cx="5081587" cy="766763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subhead 2 </a:t>
            </a:r>
          </a:p>
        </p:txBody>
      </p:sp>
    </p:spTree>
    <p:extLst>
      <p:ext uri="{BB962C8B-B14F-4D97-AF65-F5344CB8AC3E}">
        <p14:creationId xmlns:p14="http://schemas.microsoft.com/office/powerpoint/2010/main" val="17900851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losing Slide Stati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07">
            <a:extLst>
              <a:ext uri="{FF2B5EF4-FFF2-40B4-BE49-F238E27FC236}">
                <a16:creationId xmlns:a16="http://schemas.microsoft.com/office/drawing/2014/main" id="{4647A912-5093-6043-8161-0D98167F242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-336550"/>
            <a:ext cx="12192000" cy="6858000"/>
          </a:xfrm>
          <a:prstGeom prst="rect">
            <a:avLst/>
          </a:prstGeom>
        </p:spPr>
      </p:pic>
      <p:grpSp>
        <p:nvGrpSpPr>
          <p:cNvPr id="11" name="Bottom Bar">
            <a:extLst>
              <a:ext uri="{FF2B5EF4-FFF2-40B4-BE49-F238E27FC236}">
                <a16:creationId xmlns:a16="http://schemas.microsoft.com/office/drawing/2014/main" id="{DC935C4B-E372-E04B-8493-E90A79CBC7F4}"/>
              </a:ext>
            </a:extLst>
          </p:cNvPr>
          <p:cNvGrpSpPr/>
          <p:nvPr userDrawn="1"/>
        </p:nvGrpSpPr>
        <p:grpSpPr>
          <a:xfrm>
            <a:off x="0" y="6247747"/>
            <a:ext cx="12192000" cy="610252"/>
            <a:chOff x="0" y="6247747"/>
            <a:chExt cx="12192000" cy="610252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A574F32-F3B5-224E-B6D3-DC767B30A5BE}"/>
                </a:ext>
              </a:extLst>
            </p:cNvPr>
            <p:cNvSpPr/>
            <p:nvPr/>
          </p:nvSpPr>
          <p:spPr>
            <a:xfrm>
              <a:off x="0" y="6334125"/>
              <a:ext cx="12192000" cy="523874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88EE050A-3114-2641-96C8-48D281A062A0}"/>
                </a:ext>
              </a:extLst>
            </p:cNvPr>
            <p:cNvSpPr/>
            <p:nvPr/>
          </p:nvSpPr>
          <p:spPr>
            <a:xfrm>
              <a:off x="0" y="6247747"/>
              <a:ext cx="12192000" cy="86378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7F59F24B-A93D-B046-B78A-2C31137D1AC5}"/>
              </a:ext>
            </a:extLst>
          </p:cNvPr>
          <p:cNvSpPr txBox="1"/>
          <p:nvPr userDrawn="1"/>
        </p:nvSpPr>
        <p:spPr>
          <a:xfrm>
            <a:off x="2872408" y="5178483"/>
            <a:ext cx="644718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50" i="1">
                <a:solidFill>
                  <a:schemeClr val="bg1">
                    <a:lumMod val="65000"/>
                  </a:schemeClr>
                </a:solidFill>
              </a:rPr>
              <a:t>Battelle Energy Alliance manages INL for the U.S. Department of Energy’s Office of Nuclear Energy. </a:t>
            </a:r>
            <a:br>
              <a:rPr lang="en-US" sz="1050" i="1">
                <a:solidFill>
                  <a:schemeClr val="bg1">
                    <a:lumMod val="65000"/>
                  </a:schemeClr>
                </a:solidFill>
              </a:rPr>
            </a:br>
            <a:r>
              <a:rPr lang="en-US" sz="1050" i="1">
                <a:solidFill>
                  <a:schemeClr val="bg1">
                    <a:lumMod val="65000"/>
                  </a:schemeClr>
                </a:solidFill>
              </a:rPr>
              <a:t>INL is the nation’s center for nuclear energy research and development, and also performs research </a:t>
            </a:r>
            <a:br>
              <a:rPr lang="en-US" sz="1050" i="1">
                <a:solidFill>
                  <a:schemeClr val="bg1">
                    <a:lumMod val="65000"/>
                  </a:schemeClr>
                </a:solidFill>
              </a:rPr>
            </a:br>
            <a:r>
              <a:rPr lang="en-US" sz="1050" i="1">
                <a:solidFill>
                  <a:schemeClr val="bg1">
                    <a:lumMod val="65000"/>
                  </a:schemeClr>
                </a:solidFill>
              </a:rPr>
              <a:t>in each of DOE’s strategic goal areas: energy, national security, science and the environment.</a:t>
            </a:r>
            <a:endParaRPr lang="en-US" sz="105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5" name="Web Address">
            <a:extLst>
              <a:ext uri="{FF2B5EF4-FFF2-40B4-BE49-F238E27FC236}">
                <a16:creationId xmlns:a16="http://schemas.microsoft.com/office/drawing/2014/main" id="{53FCC0DF-9440-B040-A076-DF507B404D83}"/>
              </a:ext>
            </a:extLst>
          </p:cNvPr>
          <p:cNvSpPr txBox="1"/>
          <p:nvPr userDrawn="1"/>
        </p:nvSpPr>
        <p:spPr>
          <a:xfrm>
            <a:off x="4100945" y="6417425"/>
            <a:ext cx="39901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pc="600">
                <a:solidFill>
                  <a:schemeClr val="bg1">
                    <a:alpha val="50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rPr>
              <a:t>WWW.INL.GOV</a:t>
            </a:r>
          </a:p>
        </p:txBody>
      </p:sp>
    </p:spTree>
    <p:extLst>
      <p:ext uri="{BB962C8B-B14F-4D97-AF65-F5344CB8AC3E}">
        <p14:creationId xmlns:p14="http://schemas.microsoft.com/office/powerpoint/2010/main" val="11825276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1.emf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AEB3FEC5-4760-DC48-B91E-CFC0C33F63A9}"/>
              </a:ext>
            </a:extLst>
          </p:cNvPr>
          <p:cNvSpPr/>
          <p:nvPr userDrawn="1"/>
        </p:nvSpPr>
        <p:spPr>
          <a:xfrm>
            <a:off x="8465769" y="6335712"/>
            <a:ext cx="3726231" cy="52228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AEAE68D-24FC-6749-A309-042231DB68DA}"/>
              </a:ext>
            </a:extLst>
          </p:cNvPr>
          <p:cNvSpPr/>
          <p:nvPr userDrawn="1"/>
        </p:nvSpPr>
        <p:spPr>
          <a:xfrm>
            <a:off x="8465769" y="6237795"/>
            <a:ext cx="3726231" cy="9791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IDAHO NATIONAL LABORATORY">
            <a:extLst>
              <a:ext uri="{FF2B5EF4-FFF2-40B4-BE49-F238E27FC236}">
                <a16:creationId xmlns:a16="http://schemas.microsoft.com/office/drawing/2014/main" id="{C491F914-E346-2146-A51D-D37D67DBC113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8944584" y="6543675"/>
            <a:ext cx="2768600" cy="127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682502A-5BF2-8845-923F-AAF24377FE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8151" y="558602"/>
            <a:ext cx="10415648" cy="1008797"/>
          </a:xfrm>
          <a:prstGeom prst="rect">
            <a:avLst/>
          </a:prstGeom>
        </p:spPr>
        <p:txBody>
          <a:bodyPr vert="horz" lIns="0" tIns="0" rIns="91440" bIns="45720" rtlCol="0" anchor="t" anchorCtr="0">
            <a:noAutofit/>
          </a:bodyPr>
          <a:lstStyle/>
          <a:p>
            <a:r>
              <a:rPr lang="en-US"/>
              <a:t>Click to edit Master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7B4A4D-34FE-994A-AFE8-DCF682312F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8150" y="1739901"/>
            <a:ext cx="10415649" cy="4351338"/>
          </a:xfrm>
          <a:prstGeom prst="rect">
            <a:avLst/>
          </a:prstGeom>
        </p:spPr>
        <p:txBody>
          <a:bodyPr vert="horz" lIns="0" tIns="0" rIns="91440" bIns="45720" rtlCol="0">
            <a:noAutofit/>
          </a:bodyPr>
          <a:lstStyle/>
          <a:p>
            <a:pPr lvl="0"/>
            <a:r>
              <a:rPr lang="en-US"/>
              <a:t>Click to edit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00CF24-C629-E54C-BA9B-20518F01F0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6001" y="6492875"/>
            <a:ext cx="1546302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l">
              <a:defRPr sz="1000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27CD4A3B-E186-AB40-96C6-355AF9A6FE76}" type="datetimeFigureOut">
              <a:rPr lang="en-US" smtClean="0"/>
              <a:pPr/>
              <a:t>7/23/2026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334D85-E219-4F49-88C8-4DC17F06DE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38150" y="6492875"/>
            <a:ext cx="5060066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ctr">
              <a:defRPr sz="1000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7F2A8-2F01-4745-8AFB-4EEC8D271D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55020" y="6492875"/>
            <a:ext cx="434428" cy="365125"/>
          </a:xfrm>
          <a:prstGeom prst="rect">
            <a:avLst/>
          </a:prstGeom>
        </p:spPr>
        <p:txBody>
          <a:bodyPr vert="horz" lIns="91440" tIns="45720" rIns="91440" bIns="155448" rtlCol="0" anchor="ctr"/>
          <a:lstStyle>
            <a:lvl1pPr algn="ctr">
              <a:defRPr sz="1000" b="1">
                <a:solidFill>
                  <a:schemeClr val="accent6">
                    <a:lumMod val="40000"/>
                    <a:lumOff val="6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82B577FA-F7D9-2C48-919F-F962E3BF952F}" type="slidenum">
              <a:rPr lang="en-US" smtClean="0"/>
              <a:pPr/>
              <a:t>‹#›</a:t>
            </a:fld>
            <a:endParaRPr lang="en-US"/>
          </a:p>
        </p:txBody>
      </p:sp>
      <p:grpSp>
        <p:nvGrpSpPr>
          <p:cNvPr id="15" name="blue/green box top">
            <a:extLst>
              <a:ext uri="{FF2B5EF4-FFF2-40B4-BE49-F238E27FC236}">
                <a16:creationId xmlns:a16="http://schemas.microsoft.com/office/drawing/2014/main" id="{2FE8E780-1DE8-B245-8215-3ECC2513C073}"/>
              </a:ext>
            </a:extLst>
          </p:cNvPr>
          <p:cNvGrpSpPr/>
          <p:nvPr userDrawn="1"/>
        </p:nvGrpSpPr>
        <p:grpSpPr>
          <a:xfrm>
            <a:off x="0" y="522288"/>
            <a:ext cx="744467" cy="547190"/>
            <a:chOff x="0" y="711956"/>
            <a:chExt cx="3721100" cy="620205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20A2A1D5-CB4B-1A40-8711-4F412AA9927B}"/>
                </a:ext>
              </a:extLst>
            </p:cNvPr>
            <p:cNvSpPr/>
            <p:nvPr userDrawn="1"/>
          </p:nvSpPr>
          <p:spPr>
            <a:xfrm rot="10800000">
              <a:off x="0" y="711956"/>
              <a:ext cx="3721100" cy="522288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2B5F476-DD08-5B45-A331-21193BD3472A}"/>
                </a:ext>
              </a:extLst>
            </p:cNvPr>
            <p:cNvSpPr/>
            <p:nvPr userDrawn="1"/>
          </p:nvSpPr>
          <p:spPr>
            <a:xfrm rot="10800000">
              <a:off x="0" y="1234244"/>
              <a:ext cx="3721100" cy="97917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7351664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94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10" r:id="rId8"/>
    <p:sldLayoutId id="2147483711" r:id="rId9"/>
    <p:sldLayoutId id="2147483712" r:id="rId10"/>
    <p:sldLayoutId id="2147483713" r:id="rId11"/>
    <p:sldLayoutId id="2147483695" r:id="rId12"/>
    <p:sldLayoutId id="2147483696" r:id="rId13"/>
    <p:sldLayoutId id="2147483709" r:id="rId14"/>
    <p:sldLayoutId id="214748371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i="0" kern="1200">
          <a:solidFill>
            <a:schemeClr val="tx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−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−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bg2"/>
        </a:buClr>
        <a:buFont typeface="Arial" panose="020B0604020202020204" pitchFamily="34" charset="0"/>
        <a:buChar char="•"/>
        <a:defRPr sz="2200" b="0" i="0" kern="1200">
          <a:solidFill>
            <a:schemeClr val="tx2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420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AFFBDF4-D027-5540-A4D0-49BD3CCE65C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837145" y="2057583"/>
            <a:ext cx="9354855" cy="2292350"/>
          </a:xfrm>
        </p:spPr>
        <p:txBody>
          <a:bodyPr/>
          <a:lstStyle/>
          <a:p>
            <a:r>
              <a:rPr lang="en-US"/>
              <a:t>Natural Circulation Flow Loop Digital Twin Development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1FA6BA-7AEF-C349-A828-FB83B670B5C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52232" y="102920"/>
            <a:ext cx="2541981" cy="2096069"/>
          </a:xfrm>
        </p:spPr>
        <p:txBody>
          <a:bodyPr/>
          <a:lstStyle/>
          <a:p>
            <a:r>
              <a:rPr lang="en-US" sz="1400" b="0"/>
              <a:t>August 3, 2026</a:t>
            </a:r>
          </a:p>
          <a:p>
            <a:pPr>
              <a:spcBef>
                <a:spcPts val="2000"/>
              </a:spcBef>
            </a:pPr>
            <a:r>
              <a:rPr lang="en-US"/>
              <a:t>Hari Naicker</a:t>
            </a:r>
          </a:p>
          <a:p>
            <a:pPr>
              <a:spcBef>
                <a:spcPts val="500"/>
              </a:spcBef>
            </a:pPr>
            <a:r>
              <a:rPr lang="en-US" b="0"/>
              <a:t>Undergraduate Technical Intern – C130</a:t>
            </a:r>
          </a:p>
          <a:p>
            <a:pPr>
              <a:spcBef>
                <a:spcPts val="500"/>
              </a:spcBef>
            </a:pPr>
            <a:endParaRPr lang="en-US" b="0"/>
          </a:p>
          <a:p>
            <a:pPr>
              <a:spcBef>
                <a:spcPts val="500"/>
              </a:spcBef>
            </a:pPr>
            <a:r>
              <a:rPr lang="en-US" b="0"/>
              <a:t>Mentor: Dr. Sunming Qin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4DAA295-175E-7601-8A85-E5850ACAFA8E}"/>
              </a:ext>
            </a:extLst>
          </p:cNvPr>
          <p:cNvSpPr txBox="1"/>
          <p:nvPr/>
        </p:nvSpPr>
        <p:spPr>
          <a:xfrm>
            <a:off x="47842" y="6354233"/>
            <a:ext cx="20697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solidFill>
                  <a:schemeClr val="bg1"/>
                </a:solidFill>
              </a:rPr>
              <a:t>INL/MIS-26-94319</a:t>
            </a:r>
          </a:p>
        </p:txBody>
      </p:sp>
    </p:spTree>
    <p:extLst>
      <p:ext uri="{BB962C8B-B14F-4D97-AF65-F5344CB8AC3E}">
        <p14:creationId xmlns:p14="http://schemas.microsoft.com/office/powerpoint/2010/main" val="16659961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F13701-5DFC-A845-ABEE-258D0E315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Project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03E1C6-BA43-104A-8ACE-1179C840E1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150" y="1739901"/>
            <a:ext cx="4438183" cy="4351338"/>
          </a:xfrm>
        </p:spPr>
        <p:txBody>
          <a:bodyPr/>
          <a:lstStyle/>
          <a:p>
            <a:r>
              <a:rPr lang="en-US"/>
              <a:t>The objective is to develop a hierarchical DT with:</a:t>
            </a:r>
          </a:p>
          <a:p>
            <a:pPr lvl="1"/>
            <a:r>
              <a:rPr lang="en-US" sz="1800"/>
              <a:t>Integrated physics-based models (</a:t>
            </a:r>
            <a:r>
              <a:rPr lang="en-US" sz="1800" err="1"/>
              <a:t>Dymola</a:t>
            </a:r>
            <a:r>
              <a:rPr lang="en-US" sz="1800"/>
              <a:t>)</a:t>
            </a:r>
          </a:p>
          <a:p>
            <a:pPr lvl="1"/>
            <a:r>
              <a:rPr lang="en-US" sz="1800"/>
              <a:t>Scientific machine learning for data-driven models</a:t>
            </a:r>
          </a:p>
          <a:p>
            <a:r>
              <a:rPr lang="en-US"/>
              <a:t>Focus on components such as valves, heat exchangers, and pumps</a:t>
            </a:r>
          </a:p>
          <a:p>
            <a:r>
              <a:rPr lang="en-US"/>
              <a:t>Data and knowledge base for an assortment of failure modes</a:t>
            </a:r>
          </a:p>
          <a:p>
            <a:pPr lvl="1"/>
            <a:r>
              <a:rPr lang="en-US" sz="1800"/>
              <a:t>Component failure</a:t>
            </a:r>
          </a:p>
          <a:p>
            <a:pPr lvl="1"/>
            <a:r>
              <a:rPr lang="en-US" sz="1800"/>
              <a:t>Flow anomalies</a:t>
            </a:r>
          </a:p>
          <a:p>
            <a:pPr lvl="1"/>
            <a:r>
              <a:rPr lang="en-US" sz="1800"/>
              <a:t>Thermal degradation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CE83D6-0EBA-6AA2-79E7-B53AA6E158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11266" y="1567399"/>
            <a:ext cx="6256417" cy="39311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19340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EE047-725E-82CA-5C4E-FE0B943A6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Heat Pipe-Integrated Thermal Battery (HITB)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439AD9-25E5-EFD2-F1E6-7728728536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150" y="1739901"/>
            <a:ext cx="6092042" cy="4351338"/>
          </a:xfrm>
        </p:spPr>
        <p:txBody>
          <a:bodyPr/>
          <a:lstStyle/>
          <a:p>
            <a:r>
              <a:rPr lang="en-US"/>
              <a:t>Located at the IEDF and constructed out of stainless steel 316</a:t>
            </a:r>
          </a:p>
          <a:p>
            <a:r>
              <a:rPr lang="en-US"/>
              <a:t>30 kWh latent heat thermal energy storage with 3 heat pipes</a:t>
            </a:r>
          </a:p>
          <a:p>
            <a:pPr lvl="1"/>
            <a:r>
              <a:rPr lang="en-US" sz="1800"/>
              <a:t>Uses Al(59%)-Mg(35%)-Zn(6%) which is a eutectic metal alloy</a:t>
            </a:r>
          </a:p>
          <a:p>
            <a:r>
              <a:rPr lang="en-US"/>
              <a:t>During charging and discharging modes:</a:t>
            </a:r>
          </a:p>
          <a:p>
            <a:pPr lvl="1"/>
            <a:r>
              <a:rPr lang="en-US" sz="1800"/>
              <a:t>Simulate thermal stress and degradation</a:t>
            </a:r>
            <a:endParaRPr lang="en-US"/>
          </a:p>
          <a:p>
            <a:r>
              <a:rPr lang="en-US"/>
              <a:t>Temperature measurements taken throughout system </a:t>
            </a:r>
          </a:p>
          <a:p>
            <a:pPr lvl="1"/>
            <a:r>
              <a:rPr lang="en-US" sz="1800"/>
              <a:t>Evaluate heat pipe performance and anomalies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50C3E101-6E15-B81A-6311-C186BEB50528}"/>
              </a:ext>
            </a:extLst>
          </p:cNvPr>
          <p:cNvGrpSpPr/>
          <p:nvPr/>
        </p:nvGrpSpPr>
        <p:grpSpPr>
          <a:xfrm>
            <a:off x="7613812" y="1006961"/>
            <a:ext cx="4114800" cy="2552668"/>
            <a:chOff x="7518809" y="876332"/>
            <a:chExt cx="4114800" cy="255266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7B803D2-829E-1BA5-A0E7-A64F12CE722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1" r="103" b="8917"/>
            <a:stretch>
              <a:fillRect/>
            </a:stretch>
          </p:blipFill>
          <p:spPr>
            <a:xfrm>
              <a:off x="7518809" y="876332"/>
              <a:ext cx="4114800" cy="228600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B88EA4B-6EB6-C9BD-4343-D52E0A9975BE}"/>
                </a:ext>
              </a:extLst>
            </p:cNvPr>
            <p:cNvSpPr txBox="1"/>
            <p:nvPr/>
          </p:nvSpPr>
          <p:spPr>
            <a:xfrm>
              <a:off x="7518809" y="3059668"/>
              <a:ext cx="411480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b="1"/>
                <a:t>Operational diagram of HITB facility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B515F08-9EE2-6944-884D-3E83E1FA6377}"/>
              </a:ext>
            </a:extLst>
          </p:cNvPr>
          <p:cNvGrpSpPr/>
          <p:nvPr/>
        </p:nvGrpSpPr>
        <p:grpSpPr>
          <a:xfrm>
            <a:off x="8139154" y="3559629"/>
            <a:ext cx="3064115" cy="2662239"/>
            <a:chOff x="8044151" y="3429000"/>
            <a:chExt cx="3064115" cy="2662239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B700C45A-48E7-3D52-6EB4-6560376D101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044151" y="3429000"/>
              <a:ext cx="3064115" cy="2298635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508140E-A516-A16C-4543-3272E8B4A624}"/>
                </a:ext>
              </a:extLst>
            </p:cNvPr>
            <p:cNvSpPr txBox="1"/>
            <p:nvPr/>
          </p:nvSpPr>
          <p:spPr>
            <a:xfrm>
              <a:off x="8044151" y="5721907"/>
              <a:ext cx="3064115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b="1"/>
                <a:t>Picture of HITB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0884034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6EFD83-FE4E-8FF1-0E0D-B9642CC7B2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Natural Circulation Flow Loop (NCFL)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512497-1BC4-4D68-5AC7-97DF93BE6E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149" y="1291168"/>
            <a:ext cx="6206837" cy="4351338"/>
          </a:xfrm>
        </p:spPr>
        <p:txBody>
          <a:bodyPr/>
          <a:lstStyle/>
          <a:p>
            <a:r>
              <a:rPr lang="en-US"/>
              <a:t>Located in ZEC building at UTK</a:t>
            </a:r>
          </a:p>
          <a:p>
            <a:r>
              <a:rPr lang="en-US"/>
              <a:t>Components:</a:t>
            </a:r>
          </a:p>
          <a:p>
            <a:pPr lvl="1"/>
            <a:r>
              <a:rPr lang="en-US" sz="1800"/>
              <a:t>3 x 5.5 kW heaters</a:t>
            </a:r>
          </a:p>
          <a:p>
            <a:pPr lvl="1"/>
            <a:r>
              <a:rPr lang="en-US" sz="1800"/>
              <a:t>Shell-tube heat exchanger</a:t>
            </a:r>
          </a:p>
          <a:p>
            <a:pPr lvl="1"/>
            <a:r>
              <a:rPr lang="en-US" sz="1800"/>
              <a:t>30 GPM centrifugal pump (for forced circulation)</a:t>
            </a:r>
          </a:p>
          <a:p>
            <a:pPr lvl="1"/>
            <a:r>
              <a:rPr lang="en-US" sz="1800"/>
              <a:t>6 thermocouples</a:t>
            </a:r>
          </a:p>
          <a:p>
            <a:pPr lvl="1"/>
            <a:r>
              <a:rPr lang="en-US" sz="1800"/>
              <a:t>Electromagnetic and ultrasonic flow sensors</a:t>
            </a:r>
          </a:p>
          <a:p>
            <a:r>
              <a:rPr lang="en-US"/>
              <a:t>Comprised primarily of CPVC and uses water as the flow medium</a:t>
            </a:r>
          </a:p>
          <a:p>
            <a:r>
              <a:rPr lang="en-US"/>
              <a:t>Two channels at the bottom for induced and natural flow</a:t>
            </a:r>
          </a:p>
          <a:p>
            <a:r>
              <a:rPr lang="en-US"/>
              <a:t>Opening at top of loop exposed to atmosphere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F6C61F8-8825-43E3-9B98-FA912F8A2A1B}"/>
              </a:ext>
            </a:extLst>
          </p:cNvPr>
          <p:cNvGrpSpPr/>
          <p:nvPr/>
        </p:nvGrpSpPr>
        <p:grpSpPr>
          <a:xfrm>
            <a:off x="7713298" y="558602"/>
            <a:ext cx="1812857" cy="5546182"/>
            <a:chOff x="7776633" y="416984"/>
            <a:chExt cx="1812857" cy="5546182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ED631CD5-CD55-98B7-2293-DB3A9196CCE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776633" y="416984"/>
              <a:ext cx="1812857" cy="5142936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778E56F-3F29-2BD2-0109-FA43EF42CA77}"/>
                </a:ext>
              </a:extLst>
            </p:cNvPr>
            <p:cNvSpPr txBox="1"/>
            <p:nvPr/>
          </p:nvSpPr>
          <p:spPr>
            <a:xfrm>
              <a:off x="7776633" y="5593834"/>
              <a:ext cx="1812856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800" b="1"/>
                <a:t>Image of NCFL 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CECB7757-2970-BE9F-6ED4-680E2CD03B8C}"/>
              </a:ext>
            </a:extLst>
          </p:cNvPr>
          <p:cNvGrpSpPr/>
          <p:nvPr/>
        </p:nvGrpSpPr>
        <p:grpSpPr>
          <a:xfrm>
            <a:off x="9837276" y="558602"/>
            <a:ext cx="1812857" cy="5514479"/>
            <a:chOff x="9837276" y="416421"/>
            <a:chExt cx="1812857" cy="5514479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D0DD0AE4-8ED6-50EC-7F79-047F58CCBC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966472" y="416421"/>
              <a:ext cx="1485095" cy="5143499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F392AFE-72FB-A1A4-822E-2B83D87197E6}"/>
                </a:ext>
              </a:extLst>
            </p:cNvPr>
            <p:cNvSpPr txBox="1"/>
            <p:nvPr/>
          </p:nvSpPr>
          <p:spPr>
            <a:xfrm>
              <a:off x="9837276" y="5561568"/>
              <a:ext cx="1812857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800" b="1"/>
                <a:t>CAD of NCFL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120734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DE0E91-DF7D-8F05-9383-1C7D4FE4A1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Refined </a:t>
            </a:r>
            <a:r>
              <a:rPr lang="en-US" err="1"/>
              <a:t>Dymola</a:t>
            </a:r>
            <a:r>
              <a:rPr lang="en-US"/>
              <a:t>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F101DA-639A-610B-6DE8-956FB31A2C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150" y="1739901"/>
            <a:ext cx="5001217" cy="4351338"/>
          </a:xfrm>
        </p:spPr>
        <p:txBody>
          <a:bodyPr/>
          <a:lstStyle/>
          <a:p>
            <a:r>
              <a:rPr lang="en-US"/>
              <a:t>Physical dimensions with integrated control system (CS)</a:t>
            </a:r>
          </a:p>
          <a:p>
            <a:pPr lvl="1"/>
            <a:r>
              <a:rPr lang="en-US" sz="1800"/>
              <a:t>Certain component parameters controlled by CS (Pump and heater power and valve openings)</a:t>
            </a:r>
          </a:p>
          <a:p>
            <a:r>
              <a:rPr lang="en-US"/>
              <a:t>Does not model the secondary loop with high detail</a:t>
            </a:r>
          </a:p>
          <a:p>
            <a:r>
              <a:rPr lang="en-US"/>
              <a:t>Custom components for:</a:t>
            </a:r>
          </a:p>
          <a:p>
            <a:pPr lvl="1"/>
            <a:r>
              <a:rPr lang="en-US" sz="1800"/>
              <a:t>Heaters</a:t>
            </a:r>
          </a:p>
          <a:p>
            <a:pPr lvl="1"/>
            <a:r>
              <a:rPr lang="en-US" sz="1800"/>
              <a:t>Heat exchanger (HX)</a:t>
            </a:r>
          </a:p>
          <a:p>
            <a:pPr lvl="1"/>
            <a:r>
              <a:rPr lang="en-US" sz="1800"/>
              <a:t>Jet pump</a:t>
            </a:r>
          </a:p>
          <a:p>
            <a:pPr lvl="1"/>
            <a:r>
              <a:rPr lang="en-US" sz="1800"/>
              <a:t>Control system</a:t>
            </a: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4855BA7-D01A-88BF-0E82-E1DF12A88A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068" y="317236"/>
            <a:ext cx="5043778" cy="519456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7E39D61-E327-E1F2-8D08-E025DE2D936B}"/>
              </a:ext>
            </a:extLst>
          </p:cNvPr>
          <p:cNvSpPr txBox="1"/>
          <p:nvPr/>
        </p:nvSpPr>
        <p:spPr>
          <a:xfrm>
            <a:off x="6949068" y="5511799"/>
            <a:ext cx="504377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 err="1"/>
              <a:t>Dymola</a:t>
            </a:r>
            <a:r>
              <a:rPr lang="en-US" sz="1800" b="1"/>
              <a:t> Model for the NCFL</a:t>
            </a:r>
          </a:p>
        </p:txBody>
      </p:sp>
    </p:spTree>
    <p:extLst>
      <p:ext uri="{BB962C8B-B14F-4D97-AF65-F5344CB8AC3E}">
        <p14:creationId xmlns:p14="http://schemas.microsoft.com/office/powerpoint/2010/main" val="34166371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0BFB5F-0FB2-4B70-A1C7-FBA3BD370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Additional Features of the NCFL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6BFA4E-984E-FDFE-FD57-27A4C720F0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8089" y="1486561"/>
            <a:ext cx="6140754" cy="4351338"/>
          </a:xfrm>
        </p:spPr>
        <p:txBody>
          <a:bodyPr/>
          <a:lstStyle/>
          <a:p>
            <a:r>
              <a:rPr lang="en-US"/>
              <a:t>Interchangeable CS modules</a:t>
            </a:r>
          </a:p>
          <a:p>
            <a:pPr lvl="1"/>
            <a:r>
              <a:rPr lang="en-US" sz="1800"/>
              <a:t>Different test cases that are independent of experimental data</a:t>
            </a:r>
          </a:p>
          <a:p>
            <a:r>
              <a:rPr lang="en-US"/>
              <a:t>Data card that allows for changes in:</a:t>
            </a:r>
          </a:p>
          <a:p>
            <a:pPr lvl="1"/>
            <a:r>
              <a:rPr lang="en-US" sz="1800"/>
              <a:t>Dimensions of components</a:t>
            </a:r>
          </a:p>
          <a:p>
            <a:pPr lvl="1"/>
            <a:r>
              <a:rPr lang="en-US" sz="1800"/>
              <a:t>Material of pipes</a:t>
            </a:r>
          </a:p>
          <a:p>
            <a:pPr lvl="1"/>
            <a:r>
              <a:rPr lang="en-US" sz="1800"/>
              <a:t>Heat transfer between components</a:t>
            </a:r>
          </a:p>
          <a:p>
            <a:r>
              <a:rPr lang="en-US"/>
              <a:t>Dynamic CS</a:t>
            </a:r>
          </a:p>
          <a:p>
            <a:pPr lvl="1"/>
            <a:r>
              <a:rPr lang="en-US" sz="1800"/>
              <a:t>Ease of replication for experimental data</a:t>
            </a:r>
          </a:p>
          <a:p>
            <a:pPr lvl="1"/>
            <a:r>
              <a:rPr lang="en-US" sz="1800"/>
              <a:t>Can input data series for component actuator signals</a:t>
            </a:r>
          </a:p>
          <a:p>
            <a:r>
              <a:rPr lang="en-US"/>
              <a:t>Modular design</a:t>
            </a:r>
            <a:endParaRPr lang="en-US" sz="1800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CB358F9-B890-FA85-7B90-685E4609AE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1220" y="574689"/>
            <a:ext cx="2123424" cy="257251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59D588B-9AC6-E08F-E936-266AFDAA58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9013" y="574689"/>
            <a:ext cx="1838114" cy="257251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8952A08-25EB-9F6D-A361-E02BAF44D9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8905" y="3601845"/>
            <a:ext cx="4868222" cy="208408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CA21B88-4011-E25C-BD46-EF23272E62A6}"/>
              </a:ext>
            </a:extLst>
          </p:cNvPr>
          <p:cNvSpPr txBox="1"/>
          <p:nvPr/>
        </p:nvSpPr>
        <p:spPr>
          <a:xfrm>
            <a:off x="7811220" y="3135536"/>
            <a:ext cx="212342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/>
              <a:t>CS Dropdown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380FDDC-9595-44F2-9FBC-290674D8D5B5}"/>
              </a:ext>
            </a:extLst>
          </p:cNvPr>
          <p:cNvSpPr txBox="1"/>
          <p:nvPr/>
        </p:nvSpPr>
        <p:spPr>
          <a:xfrm>
            <a:off x="9966358" y="3135536"/>
            <a:ext cx="212342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/>
              <a:t>Dynamic CS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AAF6E2B-1569-3EC0-97A0-1BCB4096983F}"/>
              </a:ext>
            </a:extLst>
          </p:cNvPr>
          <p:cNvSpPr txBox="1"/>
          <p:nvPr/>
        </p:nvSpPr>
        <p:spPr>
          <a:xfrm>
            <a:off x="7078904" y="5685932"/>
            <a:ext cx="501087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/>
              <a:t>Example of variable inputs into the dynamic CS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2F26F05C-B666-00DB-EFA8-002F2E44AC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8796" y="5031775"/>
            <a:ext cx="2509282" cy="1673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05617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8042B1-5EEF-0F44-2C15-67E1ED72F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Long-Term System Stability in Dymola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E8B6FE-2634-511C-5377-A4492BF6B5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151" y="1400188"/>
            <a:ext cx="6144217" cy="4351338"/>
          </a:xfrm>
        </p:spPr>
        <p:txBody>
          <a:bodyPr/>
          <a:lstStyle/>
          <a:p>
            <a:r>
              <a:rPr lang="en-US"/>
              <a:t>Ran simulations at a maximum of 18,000 seconds (5 hours) in simulated time</a:t>
            </a:r>
          </a:p>
          <a:p>
            <a:r>
              <a:rPr lang="en-US"/>
              <a:t>Reversible flow was detected at various points and rectified</a:t>
            </a:r>
          </a:p>
          <a:p>
            <a:pPr lvl="1"/>
            <a:r>
              <a:rPr lang="en-US"/>
              <a:t>Due to mismatches in heating compared to flow rate</a:t>
            </a:r>
          </a:p>
          <a:p>
            <a:pPr lvl="1"/>
            <a:r>
              <a:rPr lang="en-US"/>
              <a:t>Can be remedied with dynamic control of heater power based on detected mass flow in the system</a:t>
            </a:r>
          </a:p>
          <a:p>
            <a:r>
              <a:rPr lang="en-US"/>
              <a:t>System can reach steady-state with nominal conditions and all valves being opened</a:t>
            </a:r>
          </a:p>
          <a:p>
            <a:r>
              <a:rPr lang="en-US"/>
              <a:t>Longer simulations with natural circulation and/or dynamic values are not stable and computation time increases drastically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46F369E-61F7-036F-AD85-0B892D3200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6668" y="1400188"/>
            <a:ext cx="4679137" cy="186169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A51BE12-DAB5-1DC2-D335-91E83085BF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6668" y="3456470"/>
            <a:ext cx="4502381" cy="596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29297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80E4FD-3105-AAC8-511E-AFDD3823D2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Adaptive Heating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90E4870-C8B1-E04D-B0E1-A5FDCD7E88C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/>
                  <a:t>Still in progress feature for the Dymola NCFL model</a:t>
                </a:r>
              </a:p>
              <a:p>
                <a:r>
                  <a:rPr lang="en-US"/>
                  <a:t>Will follow the below relation to ensure no boiling: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̇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acc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𝑇</m:t>
                      </m:r>
                    </m:oMath>
                  </m:oMathPara>
                </a14:m>
                <a:endParaRPr lang="en-US"/>
              </a:p>
              <a:p>
                <a:r>
                  <a:rPr lang="en-US"/>
                  <a:t>Heaters will automatically adjust power based on the flow rate of the pump</a:t>
                </a:r>
              </a:p>
              <a:p>
                <a:r>
                  <a:rPr lang="en-US"/>
                  <a:t>Will include graphs once the feature is implemented 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90E4870-C8B1-E04D-B0E1-A5FDCD7E88C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581" t="-266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4C2D5F2D-33A3-7A84-4085-D353187B51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7490" y="4060660"/>
            <a:ext cx="4019800" cy="130840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E2978E2-F955-C7DB-0DB3-A3E0BC003F11}"/>
              </a:ext>
            </a:extLst>
          </p:cNvPr>
          <p:cNvSpPr txBox="1"/>
          <p:nvPr/>
        </p:nvSpPr>
        <p:spPr>
          <a:xfrm>
            <a:off x="1257490" y="5369066"/>
            <a:ext cx="4019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/>
              <a:t>Adaptive Heating Component</a:t>
            </a:r>
          </a:p>
        </p:txBody>
      </p:sp>
    </p:spTree>
    <p:extLst>
      <p:ext uri="{BB962C8B-B14F-4D97-AF65-F5344CB8AC3E}">
        <p14:creationId xmlns:p14="http://schemas.microsoft.com/office/powerpoint/2010/main" val="27986715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1C4D27-5845-04C2-25E7-25120C2578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Python Integration of NCFL Dymola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3F7773-5749-C5FC-3CB6-CEB80BF833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151" y="1739901"/>
            <a:ext cx="10415648" cy="4351338"/>
          </a:xfrm>
        </p:spPr>
        <p:txBody>
          <a:bodyPr/>
          <a:lstStyle/>
          <a:p>
            <a:r>
              <a:rPr lang="en-US"/>
              <a:t>Developed a Python script to run simulations of the NCFL model</a:t>
            </a:r>
          </a:p>
          <a:p>
            <a:r>
              <a:rPr lang="en-US"/>
              <a:t>Standard script allows for:</a:t>
            </a:r>
          </a:p>
          <a:p>
            <a:pPr lvl="1"/>
            <a:r>
              <a:rPr lang="en-US" sz="1800"/>
              <a:t>Modifications to component details (Heater power, valve openings, flow rate)</a:t>
            </a:r>
          </a:p>
          <a:p>
            <a:pPr lvl="1"/>
            <a:r>
              <a:rPr lang="en-US" sz="1800"/>
              <a:t>Swapping CS modules to run different test cases directly from Python</a:t>
            </a:r>
          </a:p>
          <a:p>
            <a:r>
              <a:rPr lang="en-US"/>
              <a:t>When using dynamic CS modules, can swap out data series to compare different experimental cases</a:t>
            </a:r>
          </a:p>
          <a:p>
            <a:r>
              <a:rPr lang="en-US"/>
              <a:t>Will need to implement comparison study to determine differences between model and experimental results</a:t>
            </a:r>
          </a:p>
          <a:p>
            <a:pPr lvl="1"/>
            <a:r>
              <a:rPr lang="en-US" sz="1800"/>
              <a:t>Not yet tested as experimental campaign for the NCFL has not begun</a:t>
            </a:r>
          </a:p>
          <a:p>
            <a:pPr lvl="1"/>
            <a:r>
              <a:rPr lang="en-US" sz="1800"/>
              <a:t>Will utilize RMSE for standard comparisons</a:t>
            </a:r>
          </a:p>
        </p:txBody>
      </p:sp>
    </p:spTree>
    <p:extLst>
      <p:ext uri="{BB962C8B-B14F-4D97-AF65-F5344CB8AC3E}">
        <p14:creationId xmlns:p14="http://schemas.microsoft.com/office/powerpoint/2010/main" val="31359721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0C3118-B3C3-219F-684F-6729969F16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Experimental Data Campaign (UTK)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5F1D05-1DE6-E1F9-42E4-22914F4D7C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Data collection delayed because: </a:t>
            </a:r>
          </a:p>
          <a:p>
            <a:pPr lvl="1"/>
            <a:r>
              <a:rPr lang="en-US" sz="1800"/>
              <a:t>Multiple leaks detected due to expansion of pipe sealant due to heating</a:t>
            </a:r>
          </a:p>
          <a:p>
            <a:pPr lvl="1"/>
            <a:r>
              <a:rPr lang="en-US" sz="1800"/>
              <a:t>Data acquisition (DAQ) is not yet implemented through LabView</a:t>
            </a:r>
          </a:p>
          <a:p>
            <a:r>
              <a:rPr lang="en-US"/>
              <a:t>Once the loop is operational, will run cases to test:</a:t>
            </a:r>
          </a:p>
          <a:p>
            <a:pPr lvl="1"/>
            <a:r>
              <a:rPr lang="en-US" sz="1800"/>
              <a:t>All valves open with induced flow</a:t>
            </a:r>
          </a:p>
          <a:p>
            <a:pPr lvl="1"/>
            <a:r>
              <a:rPr lang="en-US" sz="1800"/>
              <a:t>Natural circulation through the top channel</a:t>
            </a:r>
          </a:p>
          <a:p>
            <a:pPr lvl="1"/>
            <a:r>
              <a:rPr lang="en-US" sz="1800"/>
              <a:t>Adaptive heating based on flow rate</a:t>
            </a:r>
            <a:endParaRPr lang="en-US"/>
          </a:p>
          <a:p>
            <a:r>
              <a:rPr lang="en-US"/>
              <a:t>Will compare experimental data to results from Dymola model to assess accuracy of the model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40082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F81CA4-AAA6-A984-6FC2-2D8E05B816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DeepLynx Integration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3B525E-C640-B880-7658-1110B9564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8150" y="1739901"/>
            <a:ext cx="6250380" cy="4351338"/>
          </a:xfrm>
        </p:spPr>
        <p:txBody>
          <a:bodyPr/>
          <a:lstStyle/>
          <a:p>
            <a:r>
              <a:rPr lang="en-US"/>
              <a:t>Develop a DeepLynx framework with the Python integration for the NCFL for automation </a:t>
            </a:r>
          </a:p>
          <a:p>
            <a:pPr lvl="1"/>
            <a:r>
              <a:rPr lang="en-US" sz="1800"/>
              <a:t>Automatic data storage and analysis from script outputs</a:t>
            </a:r>
          </a:p>
          <a:p>
            <a:pPr lvl="1"/>
            <a:r>
              <a:rPr lang="en-US" sz="1800"/>
              <a:t>Large scale simulations covering multiple test cases</a:t>
            </a:r>
          </a:p>
          <a:p>
            <a:r>
              <a:rPr lang="en-US"/>
              <a:t>Eventually connect data warehouse with LabView DAQ at UTK</a:t>
            </a:r>
          </a:p>
          <a:p>
            <a:r>
              <a:rPr lang="en-US"/>
              <a:t>Further extensions would involve exploring live streams of data, directly from the DAQ at the NCFL</a:t>
            </a: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630BC6-473F-D7E0-9EA0-56567E7861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53097" y="263423"/>
            <a:ext cx="2935528" cy="251524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CD966E7-1B87-8A5E-5642-2292693473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6890" y="3304276"/>
            <a:ext cx="3924739" cy="246665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0A1A43B-074D-F38F-90AB-0F7D6F1A3C6B}"/>
              </a:ext>
            </a:extLst>
          </p:cNvPr>
          <p:cNvSpPr txBox="1"/>
          <p:nvPr/>
        </p:nvSpPr>
        <p:spPr>
          <a:xfrm>
            <a:off x="8653097" y="2781676"/>
            <a:ext cx="29355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/>
              <a:t>Time-series Display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B05ADC9-7B37-B3F3-1F80-DA57A955FCF7}"/>
              </a:ext>
            </a:extLst>
          </p:cNvPr>
          <p:cNvSpPr txBox="1"/>
          <p:nvPr/>
        </p:nvSpPr>
        <p:spPr>
          <a:xfrm>
            <a:off x="7836890" y="5770929"/>
            <a:ext cx="39247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1"/>
              <a:t>Time-series </a:t>
            </a:r>
            <a:r>
              <a:rPr lang="en-US" b="1"/>
              <a:t>R</a:t>
            </a:r>
            <a:r>
              <a:rPr lang="en-US" sz="1800" b="1"/>
              <a:t>elationship </a:t>
            </a:r>
            <a:r>
              <a:rPr lang="en-US" b="1"/>
              <a:t>G</a:t>
            </a:r>
            <a:r>
              <a:rPr lang="en-US" sz="1800" b="1"/>
              <a:t>raph</a:t>
            </a:r>
          </a:p>
        </p:txBody>
      </p:sp>
    </p:spTree>
    <p:extLst>
      <p:ext uri="{BB962C8B-B14F-4D97-AF65-F5344CB8AC3E}">
        <p14:creationId xmlns:p14="http://schemas.microsoft.com/office/powerpoint/2010/main" val="7431285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29297-1BF1-8A0A-ED7E-35901B97C0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Conclusions and Future Work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B53AB9-FF51-8FED-6187-293D186FEC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8175" y="1474685"/>
            <a:ext cx="10415649" cy="4351338"/>
          </a:xfrm>
        </p:spPr>
        <p:txBody>
          <a:bodyPr/>
          <a:lstStyle/>
          <a:p>
            <a:pPr marL="0" indent="0">
              <a:buNone/>
            </a:pPr>
            <a:r>
              <a:rPr lang="en-US" b="1"/>
              <a:t>NCFL:</a:t>
            </a:r>
          </a:p>
          <a:p>
            <a:r>
              <a:rPr lang="en-US"/>
              <a:t>Morris sensitivity analysis of NCFL, like what was done for the HITB</a:t>
            </a:r>
          </a:p>
          <a:p>
            <a:pPr lvl="1"/>
            <a:r>
              <a:rPr lang="en-US" sz="1800"/>
              <a:t>Develop Python script</a:t>
            </a:r>
          </a:p>
          <a:p>
            <a:pPr lvl="1"/>
            <a:r>
              <a:rPr lang="en-US" sz="1800"/>
              <a:t>Done in conjunction with Dr. Linyu Lin (C230)</a:t>
            </a:r>
          </a:p>
          <a:p>
            <a:r>
              <a:rPr lang="en-US"/>
              <a:t>Generate sensitivity report for NCFL components</a:t>
            </a:r>
          </a:p>
          <a:p>
            <a:pPr marL="0" indent="0">
              <a:buNone/>
            </a:pPr>
            <a:r>
              <a:rPr lang="en-US" b="1"/>
              <a:t>HITB:</a:t>
            </a:r>
          </a:p>
          <a:p>
            <a:r>
              <a:rPr lang="en-US"/>
              <a:t>Certain thermocouples within HITB are not operational</a:t>
            </a:r>
          </a:p>
          <a:p>
            <a:pPr lvl="1"/>
            <a:r>
              <a:rPr lang="en-US"/>
              <a:t>Sensor reconstruction based on nearby thermocouple measurements</a:t>
            </a:r>
          </a:p>
          <a:p>
            <a:r>
              <a:rPr lang="en-US"/>
              <a:t>Identify efficient methods of sensor recreation and error analysis</a:t>
            </a:r>
          </a:p>
          <a:p>
            <a:pPr marL="0" indent="0">
              <a:buNone/>
            </a:pPr>
            <a:r>
              <a:rPr lang="en-US"/>
              <a:t>Conference plans:</a:t>
            </a:r>
          </a:p>
          <a:p>
            <a:r>
              <a:rPr lang="en-US"/>
              <a:t>Will be presenting progress at the ANS winter conference as well</a:t>
            </a:r>
          </a:p>
          <a:p>
            <a:pPr marL="0" indent="0">
              <a:buNone/>
            </a:pPr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72187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3792192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7D92D-6112-DB75-90E6-B254781262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Component Reference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FD29B19-1D80-6911-8BD7-6C264675E0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3913" y="1457160"/>
            <a:ext cx="3292062" cy="196622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7952A6D-2DB3-2E3A-6A66-529E7F8742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6471" y="2980567"/>
            <a:ext cx="2046652" cy="166534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08A1024-155D-B225-8534-71F875DEBF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3323" y="1457160"/>
            <a:ext cx="4019800" cy="1308406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A2D3554-FD80-B53A-53EC-139AF42280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6525" y="1457160"/>
            <a:ext cx="2140040" cy="3188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429460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0C7D9C-3E11-6E37-B225-82A623B922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Python References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C88B80C-E2A0-EE8E-9D0E-8348E77C97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316" y="1375444"/>
            <a:ext cx="6762984" cy="226847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913D6F5-6E56-E96C-0F26-6B2BA72F13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2204" y="1319997"/>
            <a:ext cx="4083260" cy="25591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1329810"/>
      </p:ext>
    </p:extLst>
  </p:cSld>
  <p:clrMapOvr>
    <a:masterClrMapping/>
  </p:clrMapOvr>
</p:sld>
</file>

<file path=ppt/theme/theme1.xml><?xml version="1.0" encoding="utf-8"?>
<a:theme xmlns:a="http://schemas.openxmlformats.org/drawingml/2006/main" name="INL 2020">
  <a:themeElements>
    <a:clrScheme name="INL 2020">
      <a:dk1>
        <a:srgbClr val="000000"/>
      </a:dk1>
      <a:lt1>
        <a:srgbClr val="FFFFFF"/>
      </a:lt1>
      <a:dk2>
        <a:srgbClr val="06509D"/>
      </a:dk2>
      <a:lt2>
        <a:srgbClr val="2CA8E1"/>
      </a:lt2>
      <a:accent1>
        <a:srgbClr val="8EC423"/>
      </a:accent1>
      <a:accent2>
        <a:srgbClr val="2CA8E1"/>
      </a:accent2>
      <a:accent3>
        <a:srgbClr val="832369"/>
      </a:accent3>
      <a:accent4>
        <a:srgbClr val="CF1D4C"/>
      </a:accent4>
      <a:accent5>
        <a:srgbClr val="F78E20"/>
      </a:accent5>
      <a:accent6>
        <a:srgbClr val="59595C"/>
      </a:accent6>
      <a:hlink>
        <a:srgbClr val="7F7F7F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L_2022_hexLight_wide-WEB" id="{02E20BC5-FEDE-CE44-9BE4-1CE6CB29BA3D}" vid="{E4378662-F895-C340-BA33-6EA5E69E43E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1A0E71F64CFD14FB2F6B3DEB4727ADA" ma:contentTypeVersion="12" ma:contentTypeDescription="Create a new document." ma:contentTypeScope="" ma:versionID="fcb90ed76e27e835c1a2b22d174af0b3">
  <xsd:schema xmlns:xsd="http://www.w3.org/2001/XMLSchema" xmlns:xs="http://www.w3.org/2001/XMLSchema" xmlns:p="http://schemas.microsoft.com/office/2006/metadata/properties" xmlns:ns2="d0fe306c-4311-4d98-bfeb-f24e940dc6d7" xmlns:ns3="9d5f75ef-dd33-4f64-9268-55ba49253791" targetNamespace="http://schemas.microsoft.com/office/2006/metadata/properties" ma:root="true" ma:fieldsID="b1139ed7ceb26edfd20c35aa1ad59274" ns2:_="" ns3:_="">
    <xsd:import namespace="d0fe306c-4311-4d98-bfeb-f24e940dc6d7"/>
    <xsd:import namespace="9d5f75ef-dd33-4f64-9268-55ba492537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0fe306c-4311-4d98-bfeb-f24e940dc6d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0b78db39-37aa-4e28-bb7e-9642684d42d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d5f75ef-dd33-4f64-9268-55ba49253791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05c34843-83d0-48b2-b223-ad41754424de}" ma:internalName="TaxCatchAll" ma:showField="CatchAllData" ma:web="9d5f75ef-dd33-4f64-9268-55ba492537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9d5f75ef-dd33-4f64-9268-55ba49253791" xsi:nil="true"/>
    <lcf76f155ced4ddcb4097134ff3c332f xmlns="d0fe306c-4311-4d98-bfeb-f24e940dc6d7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6A46BD76-A966-4DD1-B245-E50F56F285FC}">
  <ds:schemaRefs>
    <ds:schemaRef ds:uri="9d5f75ef-dd33-4f64-9268-55ba49253791"/>
    <ds:schemaRef ds:uri="d0fe306c-4311-4d98-bfeb-f24e940dc6d7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5B987B27-07C2-425E-9FC8-8EB9D2FCBB9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2E72521-46AD-4BAF-8AA5-1067FA401909}">
  <ds:schemaRefs>
    <ds:schemaRef ds:uri="2391d807-f94f-4c4f-bb14-493106c624c2"/>
    <ds:schemaRef ds:uri="42ea9b75-b306-4826-8769-4c6ad6718b67"/>
    <ds:schemaRef ds:uri="9d5f75ef-dd33-4f64-9268-55ba49253791"/>
    <ds:schemaRef ds:uri="d0fe306c-4311-4d98-bfeb-f24e940dc6d7"/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INL_2022_hexLight_wide_template</Template>
  <Application>Microsoft Office PowerPoint</Application>
  <PresentationFormat>Widescreen</PresentationFormat>
  <Slides>15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6" baseType="lpstr">
      <vt:lpstr>INL 2020</vt:lpstr>
      <vt:lpstr>PowerPoint Presentation</vt:lpstr>
      <vt:lpstr>Project Overview</vt:lpstr>
      <vt:lpstr>Heat Pipe-Integrated Thermal Battery (HITB)</vt:lpstr>
      <vt:lpstr>Natural Circulation Flow Loop (NCFL)</vt:lpstr>
      <vt:lpstr>Refined Dymola Model</vt:lpstr>
      <vt:lpstr>Additional Features of the NCFL Model</vt:lpstr>
      <vt:lpstr>Long-Term System Stability in Dymola</vt:lpstr>
      <vt:lpstr>Adaptive Heating</vt:lpstr>
      <vt:lpstr>Python Integration of NCFL Dymola Model</vt:lpstr>
      <vt:lpstr>Experimental Data Campaign (UTK)</vt:lpstr>
      <vt:lpstr>DeepLynx Integration </vt:lpstr>
      <vt:lpstr>Conclusions and Future Work</vt:lpstr>
      <vt:lpstr>PowerPoint Presentation</vt:lpstr>
      <vt:lpstr>Component Reference</vt:lpstr>
      <vt:lpstr>Python References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Hari Vishwa Naicker</dc:creator>
  <cp:keywords/>
  <dc:description/>
  <cp:revision>1</cp:revision>
  <dcterms:created xsi:type="dcterms:W3CDTF">2026-07-21T14:44:33Z</dcterms:created>
  <dcterms:modified xsi:type="dcterms:W3CDTF">2026-07-23T20:56:37Z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0x010100D1A0E71F64CFD14FB2F6B3DEB4727ADA</vt:lpwstr>
  </property>
  <property fmtid="{D5CDD505-2E9C-101B-9397-08002B2CF9AE}" pid="3" name="Order">
    <vt:r8>73000</vt:r8>
  </property>
  <property fmtid="{D5CDD505-2E9C-101B-9397-08002B2CF9AE}" pid="4" name="MediaServiceImageTags">
    <vt:lpwstr/>
  </property>
</Properties>
</file>